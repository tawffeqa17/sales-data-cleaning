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3" r:id="rId5"/>
    <p:sldId id="284" r:id="rId6"/>
    <p:sldId id="259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3" r:id="rId15"/>
    <p:sldId id="274" r:id="rId16"/>
    <p:sldId id="276" r:id="rId17"/>
    <p:sldId id="277" r:id="rId18"/>
    <p:sldId id="281" r:id="rId19"/>
    <p:sldId id="282" r:id="rId20"/>
    <p:sldId id="285" r:id="rId21"/>
    <p:sldId id="286" r:id="rId22"/>
    <p:sldId id="278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>
        <p:scale>
          <a:sx n="66" d="100"/>
          <a:sy n="66" d="100"/>
        </p:scale>
        <p:origin x="8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CCCB53-DC4C-4BE0-80CC-069E7F0800F1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9A6B4590-43A8-427F-ABD1-5A53BD600BE3}">
      <dgm:prSet/>
      <dgm:spPr/>
      <dgm:t>
        <a:bodyPr/>
        <a:lstStyle/>
        <a:p>
          <a:r>
            <a:rPr lang="en-IN" b="1"/>
            <a:t>Objective:</a:t>
          </a:r>
          <a:endParaRPr lang="en-US"/>
        </a:p>
      </dgm:t>
    </dgm:pt>
    <dgm:pt modelId="{355AED3B-001A-429B-8346-74B3BE33A674}" type="parTrans" cxnId="{4ED97D3D-AF2C-4A46-AC27-5EAEE1E207AC}">
      <dgm:prSet/>
      <dgm:spPr/>
      <dgm:t>
        <a:bodyPr/>
        <a:lstStyle/>
        <a:p>
          <a:endParaRPr lang="en-US"/>
        </a:p>
      </dgm:t>
    </dgm:pt>
    <dgm:pt modelId="{EA41366D-2A2F-4794-B92D-390DB520B9E8}" type="sibTrans" cxnId="{4ED97D3D-AF2C-4A46-AC27-5EAEE1E207AC}">
      <dgm:prSet/>
      <dgm:spPr/>
      <dgm:t>
        <a:bodyPr/>
        <a:lstStyle/>
        <a:p>
          <a:endParaRPr lang="en-US"/>
        </a:p>
      </dgm:t>
    </dgm:pt>
    <dgm:pt modelId="{B6BFAC2A-0EF6-42C6-A9A1-1E499450DF68}">
      <dgm:prSet/>
      <dgm:spPr/>
      <dgm:t>
        <a:bodyPr/>
        <a:lstStyle/>
        <a:p>
          <a:r>
            <a:rPr lang="en-IN"/>
            <a:t>Clean an unclean sales dataset. </a:t>
          </a:r>
          <a:endParaRPr lang="en-US"/>
        </a:p>
      </dgm:t>
    </dgm:pt>
    <dgm:pt modelId="{E12BF6A8-ED65-4992-A3B2-49A306ED0BB4}" type="parTrans" cxnId="{06690273-753C-4051-9FE5-7220761CF4CA}">
      <dgm:prSet/>
      <dgm:spPr/>
      <dgm:t>
        <a:bodyPr/>
        <a:lstStyle/>
        <a:p>
          <a:endParaRPr lang="en-US"/>
        </a:p>
      </dgm:t>
    </dgm:pt>
    <dgm:pt modelId="{E07AAD6F-926E-4E1B-8538-BCE6CB4A3495}" type="sibTrans" cxnId="{06690273-753C-4051-9FE5-7220761CF4CA}">
      <dgm:prSet/>
      <dgm:spPr/>
      <dgm:t>
        <a:bodyPr/>
        <a:lstStyle/>
        <a:p>
          <a:endParaRPr lang="en-US"/>
        </a:p>
      </dgm:t>
    </dgm:pt>
    <dgm:pt modelId="{0B2F58E7-5D25-44B2-9C16-2F8A7D357004}">
      <dgm:prSet/>
      <dgm:spPr/>
      <dgm:t>
        <a:bodyPr/>
        <a:lstStyle/>
        <a:p>
          <a:r>
            <a:rPr lang="en-IN"/>
            <a:t>Handle missing values. </a:t>
          </a:r>
          <a:endParaRPr lang="en-US"/>
        </a:p>
      </dgm:t>
    </dgm:pt>
    <dgm:pt modelId="{BFB4C7D8-18CB-4D3D-ABF7-B6DCEDD925C8}" type="parTrans" cxnId="{C7CBCC9C-9428-4B49-8C96-6231BAA6E3A0}">
      <dgm:prSet/>
      <dgm:spPr/>
      <dgm:t>
        <a:bodyPr/>
        <a:lstStyle/>
        <a:p>
          <a:endParaRPr lang="en-US"/>
        </a:p>
      </dgm:t>
    </dgm:pt>
    <dgm:pt modelId="{47AD2DFF-E312-4E2D-A2C4-2A0DAA4338E3}" type="sibTrans" cxnId="{C7CBCC9C-9428-4B49-8C96-6231BAA6E3A0}">
      <dgm:prSet/>
      <dgm:spPr/>
      <dgm:t>
        <a:bodyPr/>
        <a:lstStyle/>
        <a:p>
          <a:endParaRPr lang="en-US"/>
        </a:p>
      </dgm:t>
    </dgm:pt>
    <dgm:pt modelId="{477718A4-04B0-4AFD-859F-41E6CF8C7A0F}">
      <dgm:prSet/>
      <dgm:spPr/>
      <dgm:t>
        <a:bodyPr/>
        <a:lstStyle/>
        <a:p>
          <a:r>
            <a:rPr lang="en-IN"/>
            <a:t>Correct invalid values. </a:t>
          </a:r>
          <a:endParaRPr lang="en-US"/>
        </a:p>
      </dgm:t>
    </dgm:pt>
    <dgm:pt modelId="{56DE2D4A-EE5A-47FF-A9C0-B8EAEC1A168C}" type="parTrans" cxnId="{C427B3E6-81CA-462D-966A-5B310CC3EAC3}">
      <dgm:prSet/>
      <dgm:spPr/>
      <dgm:t>
        <a:bodyPr/>
        <a:lstStyle/>
        <a:p>
          <a:endParaRPr lang="en-US"/>
        </a:p>
      </dgm:t>
    </dgm:pt>
    <dgm:pt modelId="{3BA25FA2-D8FA-4F36-AEAC-FBA6F7612F34}" type="sibTrans" cxnId="{C427B3E6-81CA-462D-966A-5B310CC3EAC3}">
      <dgm:prSet/>
      <dgm:spPr/>
      <dgm:t>
        <a:bodyPr/>
        <a:lstStyle/>
        <a:p>
          <a:endParaRPr lang="en-US"/>
        </a:p>
      </dgm:t>
    </dgm:pt>
    <dgm:pt modelId="{02DDD283-C11C-4D9F-807F-25EE0699633D}">
      <dgm:prSet/>
      <dgm:spPr/>
      <dgm:t>
        <a:bodyPr/>
        <a:lstStyle/>
        <a:p>
          <a:r>
            <a:rPr lang="en-IN"/>
            <a:t>Convert datatypes. </a:t>
          </a:r>
          <a:endParaRPr lang="en-US"/>
        </a:p>
      </dgm:t>
    </dgm:pt>
    <dgm:pt modelId="{6F240320-9439-4108-8EC1-BD87E3D62321}" type="parTrans" cxnId="{3E646265-CDFF-40EA-9199-D202B9CD969A}">
      <dgm:prSet/>
      <dgm:spPr/>
      <dgm:t>
        <a:bodyPr/>
        <a:lstStyle/>
        <a:p>
          <a:endParaRPr lang="en-US"/>
        </a:p>
      </dgm:t>
    </dgm:pt>
    <dgm:pt modelId="{81AF24CB-D321-4358-83A3-345C8585E319}" type="sibTrans" cxnId="{3E646265-CDFF-40EA-9199-D202B9CD969A}">
      <dgm:prSet/>
      <dgm:spPr/>
      <dgm:t>
        <a:bodyPr/>
        <a:lstStyle/>
        <a:p>
          <a:endParaRPr lang="en-US"/>
        </a:p>
      </dgm:t>
    </dgm:pt>
    <dgm:pt modelId="{1B45F4DD-2481-4B5B-8B73-A1A61C0533DF}">
      <dgm:prSet/>
      <dgm:spPr/>
      <dgm:t>
        <a:bodyPr/>
        <a:lstStyle/>
        <a:p>
          <a:r>
            <a:rPr lang="en-IN"/>
            <a:t>Prepare the dataset for analysis.</a:t>
          </a:r>
          <a:endParaRPr lang="en-US"/>
        </a:p>
      </dgm:t>
    </dgm:pt>
    <dgm:pt modelId="{28E3E792-5600-4C50-B120-6B1103AFF209}" type="parTrans" cxnId="{6A2E8836-AD13-46A5-82E7-DF6C2B55FCFC}">
      <dgm:prSet/>
      <dgm:spPr/>
      <dgm:t>
        <a:bodyPr/>
        <a:lstStyle/>
        <a:p>
          <a:endParaRPr lang="en-US"/>
        </a:p>
      </dgm:t>
    </dgm:pt>
    <dgm:pt modelId="{2043FB26-BBFD-468F-9BF1-804C9064A9E8}" type="sibTrans" cxnId="{6A2E8836-AD13-46A5-82E7-DF6C2B55FCFC}">
      <dgm:prSet/>
      <dgm:spPr/>
      <dgm:t>
        <a:bodyPr/>
        <a:lstStyle/>
        <a:p>
          <a:endParaRPr lang="en-US"/>
        </a:p>
      </dgm:t>
    </dgm:pt>
    <dgm:pt modelId="{16439B79-1211-49D9-ACFB-FFEC949F859E}" type="pres">
      <dgm:prSet presAssocID="{42CCCB53-DC4C-4BE0-80CC-069E7F0800F1}" presName="Name0" presStyleCnt="0">
        <dgm:presLayoutVars>
          <dgm:dir/>
          <dgm:animLvl val="lvl"/>
          <dgm:resizeHandles val="exact"/>
        </dgm:presLayoutVars>
      </dgm:prSet>
      <dgm:spPr/>
    </dgm:pt>
    <dgm:pt modelId="{A95604AB-0748-40A1-AFC0-5DCFD8CE5842}" type="pres">
      <dgm:prSet presAssocID="{9A6B4590-43A8-427F-ABD1-5A53BD600BE3}" presName="linNode" presStyleCnt="0"/>
      <dgm:spPr/>
    </dgm:pt>
    <dgm:pt modelId="{97725C65-052B-4688-AE39-B5CB6B2DD31E}" type="pres">
      <dgm:prSet presAssocID="{9A6B4590-43A8-427F-ABD1-5A53BD600BE3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0B79021F-06FC-43F6-AE57-2D6BC66EB6F1}" type="pres">
      <dgm:prSet presAssocID="{9A6B4590-43A8-427F-ABD1-5A53BD600BE3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79C6212-4F53-4924-9A30-BAE19366FC96}" type="presOf" srcId="{0B2F58E7-5D25-44B2-9C16-2F8A7D357004}" destId="{0B79021F-06FC-43F6-AE57-2D6BC66EB6F1}" srcOrd="0" destOrd="1" presId="urn:microsoft.com/office/officeart/2005/8/layout/vList5"/>
    <dgm:cxn modelId="{6A2E8836-AD13-46A5-82E7-DF6C2B55FCFC}" srcId="{9A6B4590-43A8-427F-ABD1-5A53BD600BE3}" destId="{1B45F4DD-2481-4B5B-8B73-A1A61C0533DF}" srcOrd="4" destOrd="0" parTransId="{28E3E792-5600-4C50-B120-6B1103AFF209}" sibTransId="{2043FB26-BBFD-468F-9BF1-804C9064A9E8}"/>
    <dgm:cxn modelId="{829A4C37-7DBE-4F73-885A-18831372CBE5}" type="presOf" srcId="{1B45F4DD-2481-4B5B-8B73-A1A61C0533DF}" destId="{0B79021F-06FC-43F6-AE57-2D6BC66EB6F1}" srcOrd="0" destOrd="4" presId="urn:microsoft.com/office/officeart/2005/8/layout/vList5"/>
    <dgm:cxn modelId="{AB658A39-EDE7-451F-ACD3-A04B0639E04D}" type="presOf" srcId="{9A6B4590-43A8-427F-ABD1-5A53BD600BE3}" destId="{97725C65-052B-4688-AE39-B5CB6B2DD31E}" srcOrd="0" destOrd="0" presId="urn:microsoft.com/office/officeart/2005/8/layout/vList5"/>
    <dgm:cxn modelId="{4ED97D3D-AF2C-4A46-AC27-5EAEE1E207AC}" srcId="{42CCCB53-DC4C-4BE0-80CC-069E7F0800F1}" destId="{9A6B4590-43A8-427F-ABD1-5A53BD600BE3}" srcOrd="0" destOrd="0" parTransId="{355AED3B-001A-429B-8346-74B3BE33A674}" sibTransId="{EA41366D-2A2F-4794-B92D-390DB520B9E8}"/>
    <dgm:cxn modelId="{3E646265-CDFF-40EA-9199-D202B9CD969A}" srcId="{9A6B4590-43A8-427F-ABD1-5A53BD600BE3}" destId="{02DDD283-C11C-4D9F-807F-25EE0699633D}" srcOrd="3" destOrd="0" parTransId="{6F240320-9439-4108-8EC1-BD87E3D62321}" sibTransId="{81AF24CB-D321-4358-83A3-345C8585E319}"/>
    <dgm:cxn modelId="{06690273-753C-4051-9FE5-7220761CF4CA}" srcId="{9A6B4590-43A8-427F-ABD1-5A53BD600BE3}" destId="{B6BFAC2A-0EF6-42C6-A9A1-1E499450DF68}" srcOrd="0" destOrd="0" parTransId="{E12BF6A8-ED65-4992-A3B2-49A306ED0BB4}" sibTransId="{E07AAD6F-926E-4E1B-8538-BCE6CB4A3495}"/>
    <dgm:cxn modelId="{9A87358A-E9C1-475A-A58C-42DEF4FE0B98}" type="presOf" srcId="{B6BFAC2A-0EF6-42C6-A9A1-1E499450DF68}" destId="{0B79021F-06FC-43F6-AE57-2D6BC66EB6F1}" srcOrd="0" destOrd="0" presId="urn:microsoft.com/office/officeart/2005/8/layout/vList5"/>
    <dgm:cxn modelId="{C7CBCC9C-9428-4B49-8C96-6231BAA6E3A0}" srcId="{9A6B4590-43A8-427F-ABD1-5A53BD600BE3}" destId="{0B2F58E7-5D25-44B2-9C16-2F8A7D357004}" srcOrd="1" destOrd="0" parTransId="{BFB4C7D8-18CB-4D3D-ABF7-B6DCEDD925C8}" sibTransId="{47AD2DFF-E312-4E2D-A2C4-2A0DAA4338E3}"/>
    <dgm:cxn modelId="{7E8F61B3-1846-4FB4-A704-DE8EB84D9F80}" type="presOf" srcId="{02DDD283-C11C-4D9F-807F-25EE0699633D}" destId="{0B79021F-06FC-43F6-AE57-2D6BC66EB6F1}" srcOrd="0" destOrd="3" presId="urn:microsoft.com/office/officeart/2005/8/layout/vList5"/>
    <dgm:cxn modelId="{5C4E0DD1-BF5F-4302-95BE-58E7731E880F}" type="presOf" srcId="{477718A4-04B0-4AFD-859F-41E6CF8C7A0F}" destId="{0B79021F-06FC-43F6-AE57-2D6BC66EB6F1}" srcOrd="0" destOrd="2" presId="urn:microsoft.com/office/officeart/2005/8/layout/vList5"/>
    <dgm:cxn modelId="{8E626FE5-A3B3-4040-AB71-B3BC7339C67B}" type="presOf" srcId="{42CCCB53-DC4C-4BE0-80CC-069E7F0800F1}" destId="{16439B79-1211-49D9-ACFB-FFEC949F859E}" srcOrd="0" destOrd="0" presId="urn:microsoft.com/office/officeart/2005/8/layout/vList5"/>
    <dgm:cxn modelId="{C427B3E6-81CA-462D-966A-5B310CC3EAC3}" srcId="{9A6B4590-43A8-427F-ABD1-5A53BD600BE3}" destId="{477718A4-04B0-4AFD-859F-41E6CF8C7A0F}" srcOrd="2" destOrd="0" parTransId="{56DE2D4A-EE5A-47FF-A9C0-B8EAEC1A168C}" sibTransId="{3BA25FA2-D8FA-4F36-AEAC-FBA6F7612F34}"/>
    <dgm:cxn modelId="{E8AD3F7F-0C05-4959-919A-0ED00E1A60DE}" type="presParOf" srcId="{16439B79-1211-49D9-ACFB-FFEC949F859E}" destId="{A95604AB-0748-40A1-AFC0-5DCFD8CE5842}" srcOrd="0" destOrd="0" presId="urn:microsoft.com/office/officeart/2005/8/layout/vList5"/>
    <dgm:cxn modelId="{85E5E1D2-109F-43D5-8979-43BC2EF492CF}" type="presParOf" srcId="{A95604AB-0748-40A1-AFC0-5DCFD8CE5842}" destId="{97725C65-052B-4688-AE39-B5CB6B2DD31E}" srcOrd="0" destOrd="0" presId="urn:microsoft.com/office/officeart/2005/8/layout/vList5"/>
    <dgm:cxn modelId="{2CBF2C11-181C-4616-91ED-106D497DE2A7}" type="presParOf" srcId="{A95604AB-0748-40A1-AFC0-5DCFD8CE5842}" destId="{0B79021F-06FC-43F6-AE57-2D6BC66EB6F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5FB9D1-E3C3-44F7-A9A2-85FC6D718F35}" type="doc">
      <dgm:prSet loTypeId="urn:microsoft.com/office/officeart/2005/8/layout/hierarchy1" loCatId="hierarchy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DEEAFEC5-17D8-4341-B20A-6936D10C8906}">
      <dgm:prSet/>
      <dgm:spPr/>
      <dgm:t>
        <a:bodyPr/>
        <a:lstStyle/>
        <a:p>
          <a:r>
            <a:rPr lang="en-IN"/>
            <a:t>Pandas </a:t>
          </a:r>
          <a:endParaRPr lang="en-US"/>
        </a:p>
      </dgm:t>
    </dgm:pt>
    <dgm:pt modelId="{386F957A-0981-4AF1-A99C-32CD591BC629}" type="parTrans" cxnId="{4A4E3671-7EBE-47C0-998C-DA6401CE3088}">
      <dgm:prSet/>
      <dgm:spPr/>
      <dgm:t>
        <a:bodyPr/>
        <a:lstStyle/>
        <a:p>
          <a:endParaRPr lang="en-US"/>
        </a:p>
      </dgm:t>
    </dgm:pt>
    <dgm:pt modelId="{20A93468-105C-4B64-8A36-3AF29BC3C00D}" type="sibTrans" cxnId="{4A4E3671-7EBE-47C0-998C-DA6401CE3088}">
      <dgm:prSet/>
      <dgm:spPr/>
      <dgm:t>
        <a:bodyPr/>
        <a:lstStyle/>
        <a:p>
          <a:endParaRPr lang="en-US"/>
        </a:p>
      </dgm:t>
    </dgm:pt>
    <dgm:pt modelId="{BEEABF20-AB41-4DB7-9E80-75ABB4BC8E92}">
      <dgm:prSet/>
      <dgm:spPr/>
      <dgm:t>
        <a:bodyPr/>
        <a:lstStyle/>
        <a:p>
          <a:r>
            <a:rPr lang="en-IN"/>
            <a:t>NumPy </a:t>
          </a:r>
          <a:endParaRPr lang="en-US"/>
        </a:p>
      </dgm:t>
    </dgm:pt>
    <dgm:pt modelId="{0B972AB3-9422-4AE0-BA98-607C60449536}" type="parTrans" cxnId="{E194C47D-17D8-42D1-8E47-79EA6A665245}">
      <dgm:prSet/>
      <dgm:spPr/>
      <dgm:t>
        <a:bodyPr/>
        <a:lstStyle/>
        <a:p>
          <a:endParaRPr lang="en-US"/>
        </a:p>
      </dgm:t>
    </dgm:pt>
    <dgm:pt modelId="{B4B2A474-C88C-4E01-9DEE-E61983AD00DA}" type="sibTrans" cxnId="{E194C47D-17D8-42D1-8E47-79EA6A665245}">
      <dgm:prSet/>
      <dgm:spPr/>
      <dgm:t>
        <a:bodyPr/>
        <a:lstStyle/>
        <a:p>
          <a:endParaRPr lang="en-US"/>
        </a:p>
      </dgm:t>
    </dgm:pt>
    <dgm:pt modelId="{E65AEC79-1084-45B1-8EC8-F129528E9584}">
      <dgm:prSet/>
      <dgm:spPr/>
      <dgm:t>
        <a:bodyPr/>
        <a:lstStyle/>
        <a:p>
          <a:r>
            <a:rPr lang="en-IN"/>
            <a:t>Jupyter Notebook</a:t>
          </a:r>
          <a:endParaRPr lang="en-US"/>
        </a:p>
      </dgm:t>
    </dgm:pt>
    <dgm:pt modelId="{F8C8DD5D-E22B-4179-A933-08075F89B788}" type="parTrans" cxnId="{96046501-1377-4841-BFFE-330BEBE39828}">
      <dgm:prSet/>
      <dgm:spPr/>
      <dgm:t>
        <a:bodyPr/>
        <a:lstStyle/>
        <a:p>
          <a:endParaRPr lang="en-US"/>
        </a:p>
      </dgm:t>
    </dgm:pt>
    <dgm:pt modelId="{ACB2995D-4F01-4433-AB15-B43A342719A8}" type="sibTrans" cxnId="{96046501-1377-4841-BFFE-330BEBE39828}">
      <dgm:prSet/>
      <dgm:spPr/>
      <dgm:t>
        <a:bodyPr/>
        <a:lstStyle/>
        <a:p>
          <a:endParaRPr lang="en-US"/>
        </a:p>
      </dgm:t>
    </dgm:pt>
    <dgm:pt modelId="{F7AC8591-FEF0-4BF3-B391-F8F483AB4177}" type="pres">
      <dgm:prSet presAssocID="{D75FB9D1-E3C3-44F7-A9A2-85FC6D718F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FDBF5D-52CC-4B65-90FD-6FAF0E7ECF85}" type="pres">
      <dgm:prSet presAssocID="{DEEAFEC5-17D8-4341-B20A-6936D10C8906}" presName="hierRoot1" presStyleCnt="0"/>
      <dgm:spPr/>
    </dgm:pt>
    <dgm:pt modelId="{C09BFA8C-EE8C-474A-8AD7-98A86ED229A5}" type="pres">
      <dgm:prSet presAssocID="{DEEAFEC5-17D8-4341-B20A-6936D10C8906}" presName="composite" presStyleCnt="0"/>
      <dgm:spPr/>
    </dgm:pt>
    <dgm:pt modelId="{7BC65E9E-7765-4C79-89EA-A9C56B717A44}" type="pres">
      <dgm:prSet presAssocID="{DEEAFEC5-17D8-4341-B20A-6936D10C8906}" presName="background" presStyleLbl="node0" presStyleIdx="0" presStyleCnt="3"/>
      <dgm:spPr/>
    </dgm:pt>
    <dgm:pt modelId="{643D1C67-D2BE-4CBE-B3DA-5A34065DA41A}" type="pres">
      <dgm:prSet presAssocID="{DEEAFEC5-17D8-4341-B20A-6936D10C8906}" presName="text" presStyleLbl="fgAcc0" presStyleIdx="0" presStyleCnt="3">
        <dgm:presLayoutVars>
          <dgm:chPref val="3"/>
        </dgm:presLayoutVars>
      </dgm:prSet>
      <dgm:spPr/>
    </dgm:pt>
    <dgm:pt modelId="{8EF117E3-05C0-46A3-8D0C-B5F2E8288C0D}" type="pres">
      <dgm:prSet presAssocID="{DEEAFEC5-17D8-4341-B20A-6936D10C8906}" presName="hierChild2" presStyleCnt="0"/>
      <dgm:spPr/>
    </dgm:pt>
    <dgm:pt modelId="{185E8CE9-8608-4C98-833D-F0786A2C1B00}" type="pres">
      <dgm:prSet presAssocID="{BEEABF20-AB41-4DB7-9E80-75ABB4BC8E92}" presName="hierRoot1" presStyleCnt="0"/>
      <dgm:spPr/>
    </dgm:pt>
    <dgm:pt modelId="{CC2A5635-6FB5-47A5-AB4B-3A0CE17C01D3}" type="pres">
      <dgm:prSet presAssocID="{BEEABF20-AB41-4DB7-9E80-75ABB4BC8E92}" presName="composite" presStyleCnt="0"/>
      <dgm:spPr/>
    </dgm:pt>
    <dgm:pt modelId="{DB3242CF-8343-4F03-948A-568D5B340630}" type="pres">
      <dgm:prSet presAssocID="{BEEABF20-AB41-4DB7-9E80-75ABB4BC8E92}" presName="background" presStyleLbl="node0" presStyleIdx="1" presStyleCnt="3"/>
      <dgm:spPr/>
    </dgm:pt>
    <dgm:pt modelId="{4F2D672D-F5AF-40CA-91B8-169945C03F4D}" type="pres">
      <dgm:prSet presAssocID="{BEEABF20-AB41-4DB7-9E80-75ABB4BC8E92}" presName="text" presStyleLbl="fgAcc0" presStyleIdx="1" presStyleCnt="3">
        <dgm:presLayoutVars>
          <dgm:chPref val="3"/>
        </dgm:presLayoutVars>
      </dgm:prSet>
      <dgm:spPr/>
    </dgm:pt>
    <dgm:pt modelId="{3AE89222-8C90-4BEF-AAB2-B0606F40540E}" type="pres">
      <dgm:prSet presAssocID="{BEEABF20-AB41-4DB7-9E80-75ABB4BC8E92}" presName="hierChild2" presStyleCnt="0"/>
      <dgm:spPr/>
    </dgm:pt>
    <dgm:pt modelId="{CA3D3A6F-6E7F-4D0C-9EC9-2B219892E136}" type="pres">
      <dgm:prSet presAssocID="{E65AEC79-1084-45B1-8EC8-F129528E9584}" presName="hierRoot1" presStyleCnt="0"/>
      <dgm:spPr/>
    </dgm:pt>
    <dgm:pt modelId="{812E6549-E59E-4CAE-83B0-310C7D480DBE}" type="pres">
      <dgm:prSet presAssocID="{E65AEC79-1084-45B1-8EC8-F129528E9584}" presName="composite" presStyleCnt="0"/>
      <dgm:spPr/>
    </dgm:pt>
    <dgm:pt modelId="{8CE78C1E-E8D3-407A-AAEA-675278993271}" type="pres">
      <dgm:prSet presAssocID="{E65AEC79-1084-45B1-8EC8-F129528E9584}" presName="background" presStyleLbl="node0" presStyleIdx="2" presStyleCnt="3"/>
      <dgm:spPr/>
    </dgm:pt>
    <dgm:pt modelId="{1A629006-2246-4399-A769-170B936D49DE}" type="pres">
      <dgm:prSet presAssocID="{E65AEC79-1084-45B1-8EC8-F129528E9584}" presName="text" presStyleLbl="fgAcc0" presStyleIdx="2" presStyleCnt="3">
        <dgm:presLayoutVars>
          <dgm:chPref val="3"/>
        </dgm:presLayoutVars>
      </dgm:prSet>
      <dgm:spPr/>
    </dgm:pt>
    <dgm:pt modelId="{860B5FD8-99E2-4074-80F2-29F6BC357147}" type="pres">
      <dgm:prSet presAssocID="{E65AEC79-1084-45B1-8EC8-F129528E9584}" presName="hierChild2" presStyleCnt="0"/>
      <dgm:spPr/>
    </dgm:pt>
  </dgm:ptLst>
  <dgm:cxnLst>
    <dgm:cxn modelId="{96046501-1377-4841-BFFE-330BEBE39828}" srcId="{D75FB9D1-E3C3-44F7-A9A2-85FC6D718F35}" destId="{E65AEC79-1084-45B1-8EC8-F129528E9584}" srcOrd="2" destOrd="0" parTransId="{F8C8DD5D-E22B-4179-A933-08075F89B788}" sibTransId="{ACB2995D-4F01-4433-AB15-B43A342719A8}"/>
    <dgm:cxn modelId="{45E0933E-AA64-4222-A3BB-24ED1CD805A4}" type="presOf" srcId="{DEEAFEC5-17D8-4341-B20A-6936D10C8906}" destId="{643D1C67-D2BE-4CBE-B3DA-5A34065DA41A}" srcOrd="0" destOrd="0" presId="urn:microsoft.com/office/officeart/2005/8/layout/hierarchy1"/>
    <dgm:cxn modelId="{4A4E3671-7EBE-47C0-998C-DA6401CE3088}" srcId="{D75FB9D1-E3C3-44F7-A9A2-85FC6D718F35}" destId="{DEEAFEC5-17D8-4341-B20A-6936D10C8906}" srcOrd="0" destOrd="0" parTransId="{386F957A-0981-4AF1-A99C-32CD591BC629}" sibTransId="{20A93468-105C-4B64-8A36-3AF29BC3C00D}"/>
    <dgm:cxn modelId="{681FC256-1D45-4883-A9EA-03DD67207FC7}" type="presOf" srcId="{D75FB9D1-E3C3-44F7-A9A2-85FC6D718F35}" destId="{F7AC8591-FEF0-4BF3-B391-F8F483AB4177}" srcOrd="0" destOrd="0" presId="urn:microsoft.com/office/officeart/2005/8/layout/hierarchy1"/>
    <dgm:cxn modelId="{E194C47D-17D8-42D1-8E47-79EA6A665245}" srcId="{D75FB9D1-E3C3-44F7-A9A2-85FC6D718F35}" destId="{BEEABF20-AB41-4DB7-9E80-75ABB4BC8E92}" srcOrd="1" destOrd="0" parTransId="{0B972AB3-9422-4AE0-BA98-607C60449536}" sibTransId="{B4B2A474-C88C-4E01-9DEE-E61983AD00DA}"/>
    <dgm:cxn modelId="{9208F4A3-FC54-4FA1-A980-D0F2FBD3CE02}" type="presOf" srcId="{E65AEC79-1084-45B1-8EC8-F129528E9584}" destId="{1A629006-2246-4399-A769-170B936D49DE}" srcOrd="0" destOrd="0" presId="urn:microsoft.com/office/officeart/2005/8/layout/hierarchy1"/>
    <dgm:cxn modelId="{B91BF7D6-24A5-4AAC-B8EB-AF99DB9B1905}" type="presOf" srcId="{BEEABF20-AB41-4DB7-9E80-75ABB4BC8E92}" destId="{4F2D672D-F5AF-40CA-91B8-169945C03F4D}" srcOrd="0" destOrd="0" presId="urn:microsoft.com/office/officeart/2005/8/layout/hierarchy1"/>
    <dgm:cxn modelId="{CB5969BB-07A0-4520-861D-D211037FC714}" type="presParOf" srcId="{F7AC8591-FEF0-4BF3-B391-F8F483AB4177}" destId="{6AFDBF5D-52CC-4B65-90FD-6FAF0E7ECF85}" srcOrd="0" destOrd="0" presId="urn:microsoft.com/office/officeart/2005/8/layout/hierarchy1"/>
    <dgm:cxn modelId="{97E8D755-BBC1-48FF-93ED-077FD88751F8}" type="presParOf" srcId="{6AFDBF5D-52CC-4B65-90FD-6FAF0E7ECF85}" destId="{C09BFA8C-EE8C-474A-8AD7-98A86ED229A5}" srcOrd="0" destOrd="0" presId="urn:microsoft.com/office/officeart/2005/8/layout/hierarchy1"/>
    <dgm:cxn modelId="{904A4DA6-A75E-4898-9209-102343065799}" type="presParOf" srcId="{C09BFA8C-EE8C-474A-8AD7-98A86ED229A5}" destId="{7BC65E9E-7765-4C79-89EA-A9C56B717A44}" srcOrd="0" destOrd="0" presId="urn:microsoft.com/office/officeart/2005/8/layout/hierarchy1"/>
    <dgm:cxn modelId="{09F70EDB-8EA1-413D-BF92-3D9D63C93AE0}" type="presParOf" srcId="{C09BFA8C-EE8C-474A-8AD7-98A86ED229A5}" destId="{643D1C67-D2BE-4CBE-B3DA-5A34065DA41A}" srcOrd="1" destOrd="0" presId="urn:microsoft.com/office/officeart/2005/8/layout/hierarchy1"/>
    <dgm:cxn modelId="{AC4AC522-CABA-4201-BB2A-FABDA3A0D265}" type="presParOf" srcId="{6AFDBF5D-52CC-4B65-90FD-6FAF0E7ECF85}" destId="{8EF117E3-05C0-46A3-8D0C-B5F2E8288C0D}" srcOrd="1" destOrd="0" presId="urn:microsoft.com/office/officeart/2005/8/layout/hierarchy1"/>
    <dgm:cxn modelId="{B5EF1A57-E3C9-4589-BC46-57D70F310F39}" type="presParOf" srcId="{F7AC8591-FEF0-4BF3-B391-F8F483AB4177}" destId="{185E8CE9-8608-4C98-833D-F0786A2C1B00}" srcOrd="1" destOrd="0" presId="urn:microsoft.com/office/officeart/2005/8/layout/hierarchy1"/>
    <dgm:cxn modelId="{D6E10242-4FD3-470C-ADDA-09383A406A23}" type="presParOf" srcId="{185E8CE9-8608-4C98-833D-F0786A2C1B00}" destId="{CC2A5635-6FB5-47A5-AB4B-3A0CE17C01D3}" srcOrd="0" destOrd="0" presId="urn:microsoft.com/office/officeart/2005/8/layout/hierarchy1"/>
    <dgm:cxn modelId="{2B27BA3D-0279-47D0-8473-777606B2E72D}" type="presParOf" srcId="{CC2A5635-6FB5-47A5-AB4B-3A0CE17C01D3}" destId="{DB3242CF-8343-4F03-948A-568D5B340630}" srcOrd="0" destOrd="0" presId="urn:microsoft.com/office/officeart/2005/8/layout/hierarchy1"/>
    <dgm:cxn modelId="{10A7C10D-B07B-4922-8D11-B945D66D63F4}" type="presParOf" srcId="{CC2A5635-6FB5-47A5-AB4B-3A0CE17C01D3}" destId="{4F2D672D-F5AF-40CA-91B8-169945C03F4D}" srcOrd="1" destOrd="0" presId="urn:microsoft.com/office/officeart/2005/8/layout/hierarchy1"/>
    <dgm:cxn modelId="{32D9480D-2053-4E61-8515-AE7311156A1C}" type="presParOf" srcId="{185E8CE9-8608-4C98-833D-F0786A2C1B00}" destId="{3AE89222-8C90-4BEF-AAB2-B0606F40540E}" srcOrd="1" destOrd="0" presId="urn:microsoft.com/office/officeart/2005/8/layout/hierarchy1"/>
    <dgm:cxn modelId="{E7C7DC44-4E5D-423C-B746-D2B12F336B96}" type="presParOf" srcId="{F7AC8591-FEF0-4BF3-B391-F8F483AB4177}" destId="{CA3D3A6F-6E7F-4D0C-9EC9-2B219892E136}" srcOrd="2" destOrd="0" presId="urn:microsoft.com/office/officeart/2005/8/layout/hierarchy1"/>
    <dgm:cxn modelId="{46331979-D86C-47E0-8EA6-EA611A17B066}" type="presParOf" srcId="{CA3D3A6F-6E7F-4D0C-9EC9-2B219892E136}" destId="{812E6549-E59E-4CAE-83B0-310C7D480DBE}" srcOrd="0" destOrd="0" presId="urn:microsoft.com/office/officeart/2005/8/layout/hierarchy1"/>
    <dgm:cxn modelId="{D00A9E1F-1552-4BFF-8267-328CC702DD06}" type="presParOf" srcId="{812E6549-E59E-4CAE-83B0-310C7D480DBE}" destId="{8CE78C1E-E8D3-407A-AAEA-675278993271}" srcOrd="0" destOrd="0" presId="urn:microsoft.com/office/officeart/2005/8/layout/hierarchy1"/>
    <dgm:cxn modelId="{3C5ECD5B-0076-47ED-8555-76A1B303A33E}" type="presParOf" srcId="{812E6549-E59E-4CAE-83B0-310C7D480DBE}" destId="{1A629006-2246-4399-A769-170B936D49DE}" srcOrd="1" destOrd="0" presId="urn:microsoft.com/office/officeart/2005/8/layout/hierarchy1"/>
    <dgm:cxn modelId="{D38A6006-4C21-4300-8865-A80573DB49E1}" type="presParOf" srcId="{CA3D3A6F-6E7F-4D0C-9EC9-2B219892E136}" destId="{860B5FD8-99E2-4074-80F2-29F6BC3571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5FB9D1-E3C3-44F7-A9A2-85FC6D718F35}" type="doc">
      <dgm:prSet loTypeId="urn:microsoft.com/office/officeart/2005/8/layout/hierarchy1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F7AC8591-FEF0-4BF3-B391-F8F483AB4177}" type="pres">
      <dgm:prSet presAssocID="{D75FB9D1-E3C3-44F7-A9A2-85FC6D718F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A19B646E-2A3C-4DA1-8C08-29BFECA53B2C}" type="presOf" srcId="{D75FB9D1-E3C3-44F7-A9A2-85FC6D718F35}" destId="{F7AC8591-FEF0-4BF3-B391-F8F483AB4177}" srcOrd="0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9021F-06FC-43F6-AE57-2D6BC66EB6F1}">
      <dsp:nvSpPr>
        <dsp:cNvPr id="0" name=""/>
        <dsp:cNvSpPr/>
      </dsp:nvSpPr>
      <dsp:spPr>
        <a:xfrm rot="5400000">
          <a:off x="1993463" y="296487"/>
          <a:ext cx="3168000" cy="33670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Clean an unclean sales dataset.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Handle missing values.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Correct invalid values.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Convert datatypes.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Prepare the dataset for analysis.</a:t>
          </a:r>
          <a:endParaRPr lang="en-US" sz="2200" kern="1200"/>
        </a:p>
      </dsp:txBody>
      <dsp:txXfrm rot="-5400000">
        <a:off x="1893952" y="550648"/>
        <a:ext cx="3212375" cy="2858702"/>
      </dsp:txXfrm>
    </dsp:sp>
    <dsp:sp modelId="{97725C65-052B-4688-AE39-B5CB6B2DD31E}">
      <dsp:nvSpPr>
        <dsp:cNvPr id="0" name=""/>
        <dsp:cNvSpPr/>
      </dsp:nvSpPr>
      <dsp:spPr>
        <a:xfrm>
          <a:off x="0" y="0"/>
          <a:ext cx="1893951" cy="396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Objective:</a:t>
          </a:r>
          <a:endParaRPr lang="en-US" sz="2500" kern="1200"/>
        </a:p>
      </dsp:txBody>
      <dsp:txXfrm>
        <a:off x="92455" y="92455"/>
        <a:ext cx="1709041" cy="3775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65E9E-7765-4C79-89EA-A9C56B717A44}">
      <dsp:nvSpPr>
        <dsp:cNvPr id="0" name=""/>
        <dsp:cNvSpPr/>
      </dsp:nvSpPr>
      <dsp:spPr>
        <a:xfrm>
          <a:off x="0" y="1432118"/>
          <a:ext cx="1479649" cy="939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D1C67-D2BE-4CBE-B3DA-5A34065DA41A}">
      <dsp:nvSpPr>
        <dsp:cNvPr id="0" name=""/>
        <dsp:cNvSpPr/>
      </dsp:nvSpPr>
      <dsp:spPr>
        <a:xfrm>
          <a:off x="164405" y="1588303"/>
          <a:ext cx="1479649" cy="939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Pandas </a:t>
          </a:r>
          <a:endParaRPr lang="en-US" sz="2300" kern="1200"/>
        </a:p>
      </dsp:txBody>
      <dsp:txXfrm>
        <a:off x="191924" y="1615822"/>
        <a:ext cx="1424611" cy="884539"/>
      </dsp:txXfrm>
    </dsp:sp>
    <dsp:sp modelId="{DB3242CF-8343-4F03-948A-568D5B340630}">
      <dsp:nvSpPr>
        <dsp:cNvPr id="0" name=""/>
        <dsp:cNvSpPr/>
      </dsp:nvSpPr>
      <dsp:spPr>
        <a:xfrm>
          <a:off x="1808460" y="1432118"/>
          <a:ext cx="1479649" cy="939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D672D-F5AF-40CA-91B8-169945C03F4D}">
      <dsp:nvSpPr>
        <dsp:cNvPr id="0" name=""/>
        <dsp:cNvSpPr/>
      </dsp:nvSpPr>
      <dsp:spPr>
        <a:xfrm>
          <a:off x="1972865" y="1588303"/>
          <a:ext cx="1479649" cy="939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NumPy </a:t>
          </a:r>
          <a:endParaRPr lang="en-US" sz="2300" kern="1200"/>
        </a:p>
      </dsp:txBody>
      <dsp:txXfrm>
        <a:off x="2000384" y="1615822"/>
        <a:ext cx="1424611" cy="884539"/>
      </dsp:txXfrm>
    </dsp:sp>
    <dsp:sp modelId="{8CE78C1E-E8D3-407A-AAEA-675278993271}">
      <dsp:nvSpPr>
        <dsp:cNvPr id="0" name=""/>
        <dsp:cNvSpPr/>
      </dsp:nvSpPr>
      <dsp:spPr>
        <a:xfrm>
          <a:off x="3616920" y="1432118"/>
          <a:ext cx="1479649" cy="939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29006-2246-4399-A769-170B936D49DE}">
      <dsp:nvSpPr>
        <dsp:cNvPr id="0" name=""/>
        <dsp:cNvSpPr/>
      </dsp:nvSpPr>
      <dsp:spPr>
        <a:xfrm>
          <a:off x="3781325" y="1588303"/>
          <a:ext cx="1479649" cy="939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Jupyter Notebook</a:t>
          </a:r>
          <a:endParaRPr lang="en-US" sz="2300" kern="1200"/>
        </a:p>
      </dsp:txBody>
      <dsp:txXfrm>
        <a:off x="3808844" y="1615822"/>
        <a:ext cx="1424611" cy="8845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426D2-332F-4435-B3E0-A01ACF2F9D8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7C95A-3BF2-4099-909F-7808C249C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4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95A-3BF2-4099-909F-7808C249C8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2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4A9D-C0A7-0F61-AC53-5013424E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C0DF9-BCC3-DA95-C9F8-B5E11209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EF89D-0A9B-9B01-1DCA-247A0C9B9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6085C-9323-0DB4-2CE3-3A5DA36D5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95A-3BF2-4099-909F-7808C249C8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869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95A-3BF2-4099-909F-7808C249C8E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336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90A5-96DB-7C26-3F31-02A71288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FF970-57AF-BEC0-AFEF-B08FC31ED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335CB-7CD5-C5F0-34AA-9046186E6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7F55C-55E9-169D-1A9E-27997D5D5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95A-3BF2-4099-909F-7808C249C8E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6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0258-F8ED-702F-9C2F-7B0BF842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13468-6C80-F249-0587-3FA7C419D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570F0-DFA6-D0E0-6EF2-3B654410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FA32-A027-7FEC-E1B0-F95C5EF7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1257E-13AA-31BE-8377-168684D9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8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8B3B-7756-8E2D-13CE-F972CABC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3746-E2D3-D2C9-888B-1E5606185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A35E8-EFEB-05E5-3F23-90320032F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5A382-B3CA-0564-9927-5591D3D2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9F812-5CE6-01EB-B468-2FC888E5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1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3585-1DAB-81BF-4D02-02008E8B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BCFB6-55EB-9D01-4043-0D5038F7A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FEDB9-0970-5324-3684-51D1BBD1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206D3-D58C-529E-51AF-32810406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D77A4-E9D7-54EC-300B-7610BBC4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4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944A-D6DE-D31E-DF82-7ECFD0A9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3D1C-9113-45FD-C297-C5323E449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F9333-78C0-38E2-EF83-07EAE57FD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E5640-6622-D9A7-6CC6-F71E880F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B7F67-9ED1-57BA-11C7-3C39C125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6E5EA-6D25-DA31-AD0B-44CFCBE4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8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92F5-06AD-86AB-754E-76627E5AF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9924B-F607-3567-BA60-052163785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D063E-51FD-C6E6-149C-670121C57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4D0E3-0555-214F-9B00-56556729D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BF12E-DA5E-EA3D-1142-2C798B18D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C2DE-CC30-5CF2-B4BB-AB2B0F16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58866-D2A6-E987-A3E6-F8BD2C89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8EE19-5FFB-3D2B-4303-BBD97869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7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3921-375B-AC96-6207-EFCF9247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E59B2-0EBC-B9C4-56E3-8B744BA1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7E688-5861-311C-4E40-F56BB449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DF527-29DA-35F4-542E-F85B05D9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7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46C2A-F55B-9A3F-0F1F-BC1F7096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C67A6-91A0-881C-9831-62E4A9F9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3BF98-78AA-C148-E52D-674CB849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731E-37CA-579E-6FA0-FC59CBCE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E457-A6C4-C9D4-0764-89A021C68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5AC03-00A6-2859-6640-5D36E9BBB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102E3-3AB7-DEBA-1749-8FCA33D4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D6F8-6AC0-4083-8272-79D5C1C1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00A60-BECB-F4E5-ED11-02A95606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55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C2C1-08F6-84DF-C4F5-121DF2C9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9085A-D353-53C0-14EF-0028FBDFC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7852C-0281-0BFC-EA3F-D0476CCA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D6505-7CFD-331D-C2C0-5598945D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4CEBE-5A73-5899-5B6B-97A07FB5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698B-1BA8-579D-0668-9F058E91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27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43D3-4D32-168F-1675-54118FBA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73F25-C556-4941-1BF9-274D07BA9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3D48-1B62-59B9-DBCE-06F15640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EDD1-12AA-CFA6-5298-CD2C11DB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484F0-94A5-B202-031A-E3FF0AFC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86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456D9-64E2-18F7-973D-17AC8601B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5561-8F91-8CD9-0D36-686907AEB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AF2B8-F421-4637-C0CF-2BE5DB2C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03A3C-E19D-151F-1EED-6E09DBD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C2754-4587-D089-2FFC-3D57FC9E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7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1A370-0071-360B-6C08-F9E4E366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5CEC1-0A8F-FA73-5DD2-FD86A2B6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93457-F137-BC08-2ABF-7FBE0386D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EB15-7452-40F3-A417-8F830A40FAA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D7C1F-6595-6AD8-B2C6-8502EACD6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D41FF-7903-2431-A475-8B48F69D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06EBE-C77F-4478-9013-76BC76303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8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2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EC4BC5-0E11-4980-35E4-17F77C509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IN" sz="5000">
                <a:solidFill>
                  <a:schemeClr val="bg1"/>
                </a:solidFill>
              </a:rPr>
              <a:t>PYTHON MINI PROJECT</a:t>
            </a:r>
            <a:br>
              <a:rPr lang="en-IN" sz="5000">
                <a:solidFill>
                  <a:schemeClr val="bg1"/>
                </a:solidFill>
              </a:rPr>
            </a:br>
            <a:endParaRPr lang="en-IN" sz="50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3107B-0A1B-D38A-EA73-ED62F4BCC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TAWFFEQA U</a:t>
            </a:r>
          </a:p>
        </p:txBody>
      </p:sp>
    </p:spTree>
    <p:extLst>
      <p:ext uri="{BB962C8B-B14F-4D97-AF65-F5344CB8AC3E}">
        <p14:creationId xmlns:p14="http://schemas.microsoft.com/office/powerpoint/2010/main" val="336497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A5959-1024-7F9B-3064-A9B729D3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IN" sz="4000"/>
              <a:t>Project Introduction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DF79F85-83E1-C2B2-EAA6-6FBB373EFC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22081" y="1641752"/>
          <a:ext cx="5260975" cy="39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7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350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46027-B88F-0CBD-9367-CA388950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IN" sz="8000">
                <a:solidFill>
                  <a:schemeClr val="bg1"/>
                </a:solidFill>
              </a:rPr>
              <a:t>Dataset Details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A480-CDA9-6341-C5B5-A640B5A5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chemeClr val="bg1"/>
                </a:solidFill>
              </a:rPr>
              <a:t>Dataset Type: </a:t>
            </a:r>
          </a:p>
          <a:p>
            <a:r>
              <a:rPr lang="en-IN" sz="2000" dirty="0">
                <a:solidFill>
                  <a:schemeClr val="bg1"/>
                </a:solidFill>
              </a:rPr>
              <a:t>Sales Data Rows: 20,000</a:t>
            </a:r>
          </a:p>
          <a:p>
            <a:r>
              <a:rPr lang="en-IN" sz="2000" dirty="0">
                <a:solidFill>
                  <a:schemeClr val="bg1"/>
                </a:solidFill>
              </a:rPr>
              <a:t> Columns: 6</a:t>
            </a:r>
          </a:p>
          <a:p>
            <a:r>
              <a:rPr lang="en-IN" sz="2000" dirty="0">
                <a:solidFill>
                  <a:schemeClr val="bg1"/>
                </a:solidFill>
              </a:rPr>
              <a:t>Data Type: Sales </a:t>
            </a:r>
          </a:p>
          <a:p>
            <a:r>
              <a:rPr lang="en-IN" sz="2000" dirty="0">
                <a:solidFill>
                  <a:schemeClr val="bg1"/>
                </a:solidFill>
              </a:rPr>
              <a:t>Data File Format: CSV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431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A75BD-F126-C8EE-7DD1-B0108F28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81B32D-7335-7DF6-2AA1-E432182BA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AFA64-3DAF-9193-4EC1-7BF0B338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056" y="2149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IN" sz="4000" dirty="0"/>
              <a:t>Tools &amp; Libraries</a:t>
            </a:r>
            <a:br>
              <a:rPr lang="en-IN" sz="4000" dirty="0"/>
            </a:br>
            <a:r>
              <a:rPr lang="en-IN" sz="4000" dirty="0"/>
              <a:t> Used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4285FB1-41D3-0EC8-B16A-5B33900F5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292423"/>
              </p:ext>
            </p:extLst>
          </p:nvPr>
        </p:nvGraphicFramePr>
        <p:xfrm>
          <a:off x="5207001" y="1191810"/>
          <a:ext cx="5260975" cy="39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3018696A-3E39-6D7F-9C09-C5271764A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AA5CE08-2CE0-9B6B-B56A-172C253F0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572454-CB87-52C3-4D79-54E750FF2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8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6642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E1676-43A1-BAC9-5B43-7B203E1F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46BEE5-7EA3-2E0E-6AC0-C08C549EC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BB525-0ED3-0F17-F9F5-238DFFD1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423" y="2215189"/>
            <a:ext cx="3527425" cy="4366936"/>
          </a:xfrm>
        </p:spPr>
        <p:txBody>
          <a:bodyPr anchor="t">
            <a:normAutofit/>
          </a:bodyPr>
          <a:lstStyle/>
          <a:p>
            <a:r>
              <a:rPr lang="en-IN" sz="4000" dirty="0"/>
              <a:t>Data Cleaning Workflow</a:t>
            </a:r>
            <a:br>
              <a:rPr lang="en-IN" sz="4000" dirty="0"/>
            </a:br>
            <a:r>
              <a:rPr lang="en-IN" sz="4000" dirty="0"/>
              <a:t> 	</a:t>
            </a:r>
            <a:br>
              <a:rPr lang="en-IN" sz="4000" dirty="0"/>
            </a:br>
            <a:endParaRPr lang="en-IN" sz="4000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5816598-B959-ACA6-70FC-C0AAC1266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681084"/>
              </p:ext>
            </p:extLst>
          </p:nvPr>
        </p:nvGraphicFramePr>
        <p:xfrm>
          <a:off x="5222081" y="1641752"/>
          <a:ext cx="5260975" cy="39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C44F11F-AC6D-A9BD-519D-FAF80DFAE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0B81EF8-9766-372D-1FBC-FCC88B61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6CF6CFD-896D-4187-7AB9-7E409F043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8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444A80-64CC-6527-2F1E-F408B11BC524}"/>
              </a:ext>
            </a:extLst>
          </p:cNvPr>
          <p:cNvSpPr txBox="1"/>
          <p:nvPr/>
        </p:nvSpPr>
        <p:spPr>
          <a:xfrm>
            <a:off x="5264197" y="1365877"/>
            <a:ext cx="62148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Load Dataset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Check Data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Find Missing Values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Correct Invalid Values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Convert Data Types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Fill Missing Values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Final Clean Dataset</a:t>
            </a:r>
          </a:p>
        </p:txBody>
      </p:sp>
    </p:spTree>
    <p:extLst>
      <p:ext uri="{BB962C8B-B14F-4D97-AF65-F5344CB8AC3E}">
        <p14:creationId xmlns:p14="http://schemas.microsoft.com/office/powerpoint/2010/main" val="38048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47F0F3F-432A-138B-A0AE-53D12C3BE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40"/>
          <a:stretch>
            <a:fillRect/>
          </a:stretch>
        </p:blipFill>
        <p:spPr>
          <a:xfrm>
            <a:off x="6933187" y="1348088"/>
            <a:ext cx="3634674" cy="1269288"/>
          </a:xfrm>
          <a:prstGeom prst="rect">
            <a:avLst/>
          </a:prstGeom>
        </p:spPr>
      </p:pic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256A4-02DF-0937-64C2-D68590D6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Import Pandas</a:t>
            </a:r>
          </a:p>
        </p:txBody>
      </p:sp>
      <p:grpSp>
        <p:nvGrpSpPr>
          <p:cNvPr id="217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F47DE39-B115-3B1D-533E-7733EDC294EC}"/>
              </a:ext>
            </a:extLst>
          </p:cNvPr>
          <p:cNvSpPr txBox="1"/>
          <p:nvPr/>
        </p:nvSpPr>
        <p:spPr>
          <a:xfrm>
            <a:off x="6653589" y="3079726"/>
            <a:ext cx="4974771" cy="553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Pandas library for data handling and cleaning.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print("Done") confirms the library was imported successfully. </a:t>
            </a:r>
          </a:p>
        </p:txBody>
      </p:sp>
    </p:spTree>
    <p:extLst>
      <p:ext uri="{BB962C8B-B14F-4D97-AF65-F5344CB8AC3E}">
        <p14:creationId xmlns:p14="http://schemas.microsoft.com/office/powerpoint/2010/main" val="365109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FE942-8222-0B64-8FDD-4E7AE84F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C510563B-3A26-3047-FB1E-9F26AA1B2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6DA6E37-2F02-129C-DA52-78026735B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E8281-1733-370E-AE00-A1EE6396D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3F0B283-9392-4FB6-7DCE-4026421C6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1BB1760-5DE1-0324-936C-73977904D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B604F-0468-1FB7-86A1-3C6B58D8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17" name="Graphic 4">
            <a:extLst>
              <a:ext uri="{FF2B5EF4-FFF2-40B4-BE49-F238E27FC236}">
                <a16:creationId xmlns:a16="http://schemas.microsoft.com/office/drawing/2014/main" id="{B63AD4D2-9E67-F100-25B3-89A95CD0C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FAAC18B2-41F1-000B-1D77-9BA43F2F5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637D0E8-7BCD-643C-CAB2-BB86825D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51E1791-8763-9AFD-B742-A07F73E28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A6F1C02D-3446-DC75-D145-F538762B4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46962649-8932-7BB5-C0EC-3AEA247D1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CFA1D95C-2214-0156-F48B-EC605E5AC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6FA8D438-27FD-1868-222E-985437D73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9A707BBD-04AB-DF6F-029B-AF23A6FCD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641910B-598B-1C22-46B5-465C171F7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CD94658-DD03-26B1-BC9D-FE560E9BD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2A68F283-4671-173D-7641-4F0A5BB57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367AFE3-A494-281F-76FF-760263D61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E73F50BA-366D-123F-5264-2DB0FF53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4">
            <a:extLst>
              <a:ext uri="{FF2B5EF4-FFF2-40B4-BE49-F238E27FC236}">
                <a16:creationId xmlns:a16="http://schemas.microsoft.com/office/drawing/2014/main" id="{1B4CAF2B-0263-7843-5B05-961583C28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4256484-89D1-EB53-7240-6C65F376A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8D9D265F-9324-C28B-194A-3A0D9E0D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B3D8BDB-73B1-761D-2D4A-9D6DA7007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97B042-1296-1D58-A726-AB5C1CE77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84C8DD25-C96A-F00B-332A-3DF88BE96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AE7B9BA-C6C7-71AB-18E9-A5DD5B7D7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5415177-4A07-17A1-E7A2-5FA806BF09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D4DC8D3-B6B7-9ED1-6C1B-A91392860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DA74949-8F56-D412-443A-34B8B751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6E5AAB3-284D-F442-6B84-57A1CC61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DDFA772-5FE4-1C9B-9F59-EBC7F2403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7DD52F4-7263-7F18-58DD-130A00D4D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F6F69F8-FEA9-2C1B-DA5F-41EF31265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A8115E-0457-3EF9-5607-A4E3DA03B44E}"/>
              </a:ext>
            </a:extLst>
          </p:cNvPr>
          <p:cNvSpPr txBox="1"/>
          <p:nvPr/>
        </p:nvSpPr>
        <p:spPr>
          <a:xfrm>
            <a:off x="695315" y="4510428"/>
            <a:ext cx="4974771" cy="553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Loaded the sales dataset using </a:t>
            </a:r>
            <a:r>
              <a:rPr lang="en-US" sz="1600" dirty="0" err="1">
                <a:solidFill>
                  <a:schemeClr val="bg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600" dirty="0">
                <a:solidFill>
                  <a:schemeClr val="bg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it in the variable </a:t>
            </a:r>
            <a:r>
              <a:rPr lang="en-US" sz="1600" dirty="0" err="1">
                <a:solidFill>
                  <a:schemeClr val="bg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863D8-EA70-84C0-F87C-977DF84F0DCB}"/>
              </a:ext>
            </a:extLst>
          </p:cNvPr>
          <p:cNvSpPr txBox="1"/>
          <p:nvPr/>
        </p:nvSpPr>
        <p:spPr>
          <a:xfrm>
            <a:off x="1362458" y="163758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Load the</a:t>
            </a:r>
          </a:p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Dataset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BD7F72-8745-4D50-7BBF-F2EE24A51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31" y="1562476"/>
            <a:ext cx="4095487" cy="333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7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2F049-72B0-1614-9B26-31F3027F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F8BA6D36-A0B4-6C7B-8145-6CAFBC166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B84B396-C7C5-614D-D441-58CA21A2E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1EF6A5A6-A4B1-D6EF-3ED8-76FDFBAAA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656B4C6-9688-E217-5383-99F2EA17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71D89F41-0376-45BF-A7E9-BDBBAB52C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B3677-F424-5497-EB9E-1DB4CCE6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2" y="1076291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Dataset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Info</a:t>
            </a:r>
            <a:br>
              <a:rPr lang="en-IN" dirty="0">
                <a:solidFill>
                  <a:schemeClr val="bg1"/>
                </a:solidFill>
              </a:rPr>
            </a:b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17" name="Graphic 4">
            <a:extLst>
              <a:ext uri="{FF2B5EF4-FFF2-40B4-BE49-F238E27FC236}">
                <a16:creationId xmlns:a16="http://schemas.microsoft.com/office/drawing/2014/main" id="{252B7766-52BC-FC38-B046-E2CBC4F0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EF00357-3D6C-EC96-26D6-60BCD4EF9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3ADC6AE-CC4F-7F9C-BD25-782050B20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5011762-25D0-C2C5-E946-DE2731FE2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86CC1A4F-EECD-3DA2-FAF5-0E48E53D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7B45276B-3A62-66AE-A3B9-EE1DD77FA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CCF2E942-D330-3CD3-68E6-BBEABA76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1BF5D101-3948-AB9F-ECA1-24306E998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C1F901E-30B0-6B4A-5A55-2A1AFC581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FAC4D0A-379A-4698-3D98-B9D0149E4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1C09FE1-0510-62E8-C07A-9D7633499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0AED864-EA14-5372-D231-91DB72E83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8017CB6B-9EBF-D0A7-5331-B64807C56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01148C71-44A1-03AD-5910-8CF21576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4">
            <a:extLst>
              <a:ext uri="{FF2B5EF4-FFF2-40B4-BE49-F238E27FC236}">
                <a16:creationId xmlns:a16="http://schemas.microsoft.com/office/drawing/2014/main" id="{DC47B39B-BB63-2AF9-32B1-10498B7D5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3D91823-BD7A-F29D-B7E5-69BCA2D43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9A9754C-8B83-BB84-D61A-984110E70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176A0560-4AD7-EC5B-4035-DB2272FF5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D8973D33-D2F7-ADD2-4898-302B6FC37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0FF5C73-FE94-4429-2BEE-CC0E3E651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B5EDE2F-33A0-32C0-9731-CB4DE3479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6B1DEB84-B824-BF1B-152E-D8CBF94F2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78F7C2E-5ED6-7C79-0BB5-94ABD2EB1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4A797F5A-FA69-A60D-9AF7-2F2B87A16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4659C47-01D4-3B77-2681-54BBE95CE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487CC2C-FC1A-BB2E-FB3C-F9E745496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43CAD411-29C0-6E25-E12C-09A2FBF85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EC3612C6-5B61-1055-BA98-999C303E7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0BCC69-744B-B5CC-9B06-5F01FCB0C8AB}"/>
              </a:ext>
            </a:extLst>
          </p:cNvPr>
          <p:cNvSpPr txBox="1"/>
          <p:nvPr/>
        </p:nvSpPr>
        <p:spPr>
          <a:xfrm>
            <a:off x="1137695" y="4461453"/>
            <a:ext cx="4974771" cy="553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sd.shape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dataset size (rows &amp; columns).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sd.dtypes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column data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sd.duplicated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 duplicate rows.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4DD18-0748-F1A7-2DA5-08ADD523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825" y="1207119"/>
            <a:ext cx="4630480" cy="3977737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5901FF-FF76-A9F8-6553-7AF2AB9BA34E}"/>
              </a:ext>
            </a:extLst>
          </p:cNvPr>
          <p:cNvSpPr txBox="1"/>
          <p:nvPr/>
        </p:nvSpPr>
        <p:spPr>
          <a:xfrm>
            <a:off x="797635" y="167314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71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194AD-5DFF-4877-4B8B-7427482E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0BC4C142-00EC-7DC2-FA40-643DB2556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37E54D3-23F0-835E-8D00-10DF491C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99DA88F1-EB63-9B81-E5F8-8ADD51377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1C898D59-1D1C-2732-7922-C61B04C23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C32DF66-8131-A584-6705-56C92E3AB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80ABE-A3E0-C940-3BC2-BF9A77F5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17" name="Graphic 4">
            <a:extLst>
              <a:ext uri="{FF2B5EF4-FFF2-40B4-BE49-F238E27FC236}">
                <a16:creationId xmlns:a16="http://schemas.microsoft.com/office/drawing/2014/main" id="{70C5E410-35C1-CB7E-A1CD-9FD3D3954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295F91B-FF65-D38E-812B-E5840A149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7C63021-C7B6-7251-F3FA-37CA72F8A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CCBD40E4-6F2F-C43A-8735-C802ECA0B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E32C83FD-4739-5D86-D1A2-2895351C1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FE2000B-C9D6-8FC1-BD59-12C2AD0F6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C5AB9FA3-857C-F9F2-439C-7A2464FDA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64C25EB4-6E8F-25D1-BDBD-6CE500A75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B99A0DD-1656-A32F-CF2A-8A4B16007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41616D76-80D7-A0D8-806D-5D93BD291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4B345FE6-7018-6D85-AD8A-ADCCFCD3B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434B83AA-7001-EB1B-07C1-73D639CCC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12AEAD7-9DE6-4D0B-B3AB-9882FA80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821946CA-7868-CD69-59E8-F050673DC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4">
            <a:extLst>
              <a:ext uri="{FF2B5EF4-FFF2-40B4-BE49-F238E27FC236}">
                <a16:creationId xmlns:a16="http://schemas.microsoft.com/office/drawing/2014/main" id="{2A0CE36C-3C76-7B46-C49B-50B340A40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F32EB6A-D197-4B14-1BE8-E7ABA44CD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F8D2C02A-8F4C-8D8A-E505-B325FA13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5A05A21E-EF1F-77F1-6880-B987223AB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92DF671-D34E-2234-E6FA-8DAE89985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DB022714-E01F-34BB-1F18-DEE639F3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1A87E15-400B-9486-4019-878AF5FC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49DC129-8A21-FA11-01D2-CB25A9127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F3CF4D3-F1D2-70F5-E9C5-49DEEB911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6D648FDF-631B-F6D3-7945-9E911FE98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D9619FC-E793-DA4E-DD72-2150457C7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D9EDB21-9323-D177-78C6-5C3A93A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BEFE0C7F-6030-CE14-9F98-A6F543C27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6128E5E-C052-45EC-38CE-2E829CF24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2A1C40A-8ED0-5FD9-772A-5037C1CB4B0A}"/>
              </a:ext>
            </a:extLst>
          </p:cNvPr>
          <p:cNvSpPr txBox="1"/>
          <p:nvPr/>
        </p:nvSpPr>
        <p:spPr>
          <a:xfrm>
            <a:off x="1350053" y="4264993"/>
            <a:ext cx="4974771" cy="553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8F752-8231-E0BE-F432-7DBCDB479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407" y="859808"/>
            <a:ext cx="4743402" cy="5210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74644B-ADBC-5D67-731F-ABA475A21AA6}"/>
              </a:ext>
            </a:extLst>
          </p:cNvPr>
          <p:cNvSpPr txBox="1"/>
          <p:nvPr/>
        </p:nvSpPr>
        <p:spPr>
          <a:xfrm>
            <a:off x="1019544" y="90558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</a:rPr>
              <a:t>Checking null and</a:t>
            </a:r>
          </a:p>
          <a:p>
            <a:r>
              <a:rPr lang="en-IN" sz="2800" b="1" dirty="0">
                <a:solidFill>
                  <a:schemeClr val="bg1"/>
                </a:solidFill>
                <a:latin typeface="+mj-lt"/>
              </a:rPr>
              <a:t>Wrong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15E70-187A-6942-236A-931D70B68EE5}"/>
              </a:ext>
            </a:extLst>
          </p:cNvPr>
          <p:cNvSpPr txBox="1"/>
          <p:nvPr/>
        </p:nvSpPr>
        <p:spPr>
          <a:xfrm>
            <a:off x="1019544" y="2224760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missing values in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each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counting null and Unknown 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39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7A0D0-178B-437C-494B-89693D26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135CCDDA-D18E-F906-64F9-C1E2F952F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7D02E0B-B9BA-F06A-A286-C7D6ED0B5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46D7A3A-3AFF-500F-5F77-80E3D1E05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656C416-0113-C126-E21D-87B6C451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D5AE85F2-5C34-9A1D-C58F-50484C9C6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6AA14-9501-9C7A-8417-88B5468A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17" name="Graphic 4">
            <a:extLst>
              <a:ext uri="{FF2B5EF4-FFF2-40B4-BE49-F238E27FC236}">
                <a16:creationId xmlns:a16="http://schemas.microsoft.com/office/drawing/2014/main" id="{7E091324-38E8-0110-219B-98533F61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B02EBA3-6CEA-EC05-301E-10075F56C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ABD99FD-AC9A-048F-C6AF-11FA8B734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EBC6D53-503D-8BF5-197E-CED93987A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7BEE8D4B-A8D9-B83A-B8BC-CAFE3B768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1E1E85E-233D-B0C5-F79F-5491B15E0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0CE294D5-5706-4282-147B-2B4FC4D69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FB90BF9D-D004-16A9-B03E-93D3159F6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A78093F6-973B-7976-01B5-57444C69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93F6C99D-2EF7-B24B-8486-F08EFB83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2F414B92-821D-5111-3063-38CC941C5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3560F9B6-4583-B58D-DE8A-73E7FB001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20CDF1C-10B1-5526-DCFB-31CBFF249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4C69B9D-EDDF-2478-F93C-33F10B95B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4">
            <a:extLst>
              <a:ext uri="{FF2B5EF4-FFF2-40B4-BE49-F238E27FC236}">
                <a16:creationId xmlns:a16="http://schemas.microsoft.com/office/drawing/2014/main" id="{AC5D696F-A6FA-9270-D562-5C8C77129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58AA3AF-268D-9635-2F9B-BB3EF6E57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AD3120C4-F2BA-8C86-0D05-679804B14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E908F00C-2416-E203-77F8-938635F3F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999C793A-9AA5-03A7-0274-7BD2479CE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94C818B9-3AD6-B22D-527B-2B62FC943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193B66A2-851E-B790-DC2C-485EA29B6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B956AB4A-8E19-DBDB-486D-36A9C3DD1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C856FE0A-4F97-6159-15C0-4CF773E91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7695DC0-0F6A-6526-D811-BE8810E93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6572C692-5B84-8221-E93A-24F501695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512B74E7-734B-7217-2F20-81F7F617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C3C44F6C-AF22-7270-7DFB-EFEA9BC2D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98944F6E-6AD1-D424-5193-37C9AA705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77460D-452B-BCE7-3660-A6F4CB268918}"/>
              </a:ext>
            </a:extLst>
          </p:cNvPr>
          <p:cNvSpPr txBox="1"/>
          <p:nvPr/>
        </p:nvSpPr>
        <p:spPr>
          <a:xfrm>
            <a:off x="850484" y="1323981"/>
            <a:ext cx="4974771" cy="553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UNKNOWN values in the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them with the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product  by (mode)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IN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5AF1B-F232-920B-BC0B-99268BF6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878" y="2224315"/>
            <a:ext cx="3559743" cy="2409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18F9A-AEEC-A79A-7A5C-297D09346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581" y="1631671"/>
            <a:ext cx="3133908" cy="4001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4375C-4873-541E-B68C-94F28770376E}"/>
              </a:ext>
            </a:extLst>
          </p:cNvPr>
          <p:cNvSpPr txBox="1"/>
          <p:nvPr/>
        </p:nvSpPr>
        <p:spPr>
          <a:xfrm>
            <a:off x="8653218" y="1053653"/>
            <a:ext cx="60960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replacing values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1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CFA94-8E19-F36E-D588-8E6580AE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5140E-C51D-9AF4-932B-AA3D1EF0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04412-7AF2-DDEF-D2C9-80E64D173499}"/>
              </a:ext>
            </a:extLst>
          </p:cNvPr>
          <p:cNvSpPr txBox="1"/>
          <p:nvPr/>
        </p:nvSpPr>
        <p:spPr>
          <a:xfrm>
            <a:off x="2274117" y="690768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Replacing wrong and   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null values  with 0</a:t>
            </a: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                                                        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                                                                                               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after replaced </a:t>
            </a:r>
            <a:endParaRPr lang="en-US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C643F40-9326-1BBC-3845-0C85EBF11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987" y="1856635"/>
            <a:ext cx="3266730" cy="2749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799C55-D6EA-6818-7660-D42611DEF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816" y="2328588"/>
            <a:ext cx="1912287" cy="17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34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F0B47-89E5-AC07-A3B0-5557C6AC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631B0163-674F-B41F-6B5C-6374FFA26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69E86-CCB0-15D3-B359-741DCDDE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DEF24-CAC1-F6E3-5CF2-9514F275E216}"/>
              </a:ext>
            </a:extLst>
          </p:cNvPr>
          <p:cNvSpPr txBox="1"/>
          <p:nvPr/>
        </p:nvSpPr>
        <p:spPr>
          <a:xfrm>
            <a:off x="1824100" y="616959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dirty="0"/>
              <a:t>Standardizing City Names</a:t>
            </a:r>
            <a:endParaRPr lang="en-IN" sz="2400" b="1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IN" sz="2400" b="1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AD7D3B7-8B56-9258-241C-F0765D6D5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4765878-2300-E508-8045-75E6A4247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4A6B8D88-5E01-35B7-C298-F502665D4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A58B1C5C-0A6E-273A-DE05-29F5A5874B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080CD523-C91A-6FD5-9663-D779F73BB5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3A832ED-5819-C951-6257-7E907F98EA5E}"/>
              </a:ext>
            </a:extLst>
          </p:cNvPr>
          <p:cNvSpPr txBox="1"/>
          <p:nvPr/>
        </p:nvSpPr>
        <p:spPr>
          <a:xfrm>
            <a:off x="6271188" y="2497076"/>
            <a:ext cx="6288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unique city names using unique().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city names (e.g.,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Chennai,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Madrai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Madurai).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updated city names using unique().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29300-DE00-21EF-B7B2-D7C234521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1" y="1943100"/>
            <a:ext cx="3250938" cy="24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58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823CA-348F-C9AB-B350-B123BFDA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AEC9BA9A-6F69-8F43-C3CC-760C8C7D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27B3B8-4212-E7FC-D879-CD1C8824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C02C7-77CC-1183-A84D-FBF9EB72A0DF}"/>
              </a:ext>
            </a:extLst>
          </p:cNvPr>
          <p:cNvSpPr txBox="1"/>
          <p:nvPr/>
        </p:nvSpPr>
        <p:spPr>
          <a:xfrm>
            <a:off x="1676397" y="1036037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Handling Missing Values in City</a:t>
            </a:r>
            <a:endParaRPr lang="en-IN" sz="2400" b="1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5F096E8-1E6B-BD52-6F02-8E10F7CBB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13B57CE-4595-E261-D4E1-251AF006F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5405109-5CC3-0912-C4D6-385E6C3E2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2439D5EA-15B5-AFC0-3D9C-A21F3188D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E27FF368-9DDA-9DE6-C5BF-701A21EB90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678C388-4C2A-356A-E7D4-8D19A964F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5" y="2084431"/>
            <a:ext cx="3251200" cy="2748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8FF11-6728-C925-78E4-234A86B541CF}"/>
              </a:ext>
            </a:extLst>
          </p:cNvPr>
          <p:cNvSpPr txBox="1"/>
          <p:nvPr/>
        </p:nvSpPr>
        <p:spPr>
          <a:xfrm>
            <a:off x="6096000" y="2993533"/>
            <a:ext cx="6288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the mode of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city values using the mode.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that no missing values remained.</a:t>
            </a:r>
          </a:p>
        </p:txBody>
      </p:sp>
    </p:spTree>
    <p:extLst>
      <p:ext uri="{BB962C8B-B14F-4D97-AF65-F5344CB8AC3E}">
        <p14:creationId xmlns:p14="http://schemas.microsoft.com/office/powerpoint/2010/main" val="87029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8D088-CA3E-8DFA-4D3C-D688ED17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DC824441-9ADB-20F5-2553-E30EAC100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E8D04-D74C-9A5C-CF9F-9996ED88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5F1B7-6780-3D73-47B4-E247429603CB}"/>
              </a:ext>
            </a:extLst>
          </p:cNvPr>
          <p:cNvSpPr txBox="1"/>
          <p:nvPr/>
        </p:nvSpPr>
        <p:spPr>
          <a:xfrm>
            <a:off x="1444168" y="842160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Cleaning the Quantity Column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5FF9E53-E85B-878B-5FC0-86BB7A7C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F845AE26-F3CD-7088-8383-E5D3015EE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114F375C-F2A9-4F23-E580-EC74F4ADE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2D28F946-E480-58C0-5EF7-B1C06B72E2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370BF9-9877-2686-F37A-39B3E54D28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C898A1C-7565-F2D8-CFC0-FCD9415F60B6}"/>
              </a:ext>
            </a:extLst>
          </p:cNvPr>
          <p:cNvSpPr txBox="1"/>
          <p:nvPr/>
        </p:nvSpPr>
        <p:spPr>
          <a:xfrm>
            <a:off x="6117789" y="2890391"/>
            <a:ext cx="6288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unique values in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invalid text values (e.g., five → 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integer datatype.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cleaned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538C9-6993-134D-3274-7B3851AF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57" y="2180722"/>
            <a:ext cx="3691633" cy="24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08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58F86-8E61-8FA6-D07F-3A7E3F71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CE28DFA6-3E6B-75C2-AC20-37A213634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9F11C-FA4C-9FF1-F3DF-FB9364AA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4F829-ABB8-D5E4-2E08-9634980647B6}"/>
              </a:ext>
            </a:extLst>
          </p:cNvPr>
          <p:cNvSpPr txBox="1"/>
          <p:nvPr/>
        </p:nvSpPr>
        <p:spPr>
          <a:xfrm>
            <a:off x="1403183" y="933081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Handling Negative and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dirty="0"/>
              <a:t> Missing Values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4062E98-9288-61FA-F988-A19552B7E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5FDD3554-1D8C-A60D-BB15-AEF277002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D1C67142-A0C0-5BAF-0B03-D8757DE81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4DA878A-895C-D4E8-D801-BD35BE07AA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A76EB766-2FFE-A693-39D2-91A9E22744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0A46940-858C-D753-813D-CC2B592FF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183" y="2160231"/>
            <a:ext cx="3296109" cy="135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119448-DDA8-2029-AA9C-0BE54772ADBA}"/>
              </a:ext>
            </a:extLst>
          </p:cNvPr>
          <p:cNvSpPr txBox="1"/>
          <p:nvPr/>
        </p:nvSpPr>
        <p:spPr>
          <a:xfrm>
            <a:off x="6117789" y="2927666"/>
            <a:ext cx="6288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negative values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Quantity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missing and 0 values with the median.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cleaned Quantity values.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0CB9B9-BED5-B70E-8A7B-569B7E9B2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183" y="3952812"/>
            <a:ext cx="329611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2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2D25-643D-4FDF-BE8A-2F5A1790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543EEEE1-90D7-A19F-C8F1-26E6ECF86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55E33-4041-241E-CC98-8DA01F28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386" y="1561607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6C867-9431-7DFD-50DD-1B89A3174BD9}"/>
              </a:ext>
            </a:extLst>
          </p:cNvPr>
          <p:cNvSpPr txBox="1"/>
          <p:nvPr/>
        </p:nvSpPr>
        <p:spPr>
          <a:xfrm>
            <a:off x="1564047" y="715084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Cleaning the Unit Price Column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F497081-5B11-E6A7-B255-B1D948A3F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2F4533C-0CE7-642E-AE16-919F116C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1FF07CB9-1680-C9D7-BC33-F69CE0DA6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B07C47B1-47FB-2146-F293-B2AA88F487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56D3447E-07F0-BEF2-3FB4-87AE1020B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8782A85-993F-5018-EEEE-AAFC2BB95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47" y="1392372"/>
            <a:ext cx="4707141" cy="229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3014B7-1FF5-E8D0-C9A7-128B83908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875" y="796376"/>
            <a:ext cx="3639058" cy="4563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1971FF-1D1C-BEA1-0469-74587FC40711}"/>
              </a:ext>
            </a:extLst>
          </p:cNvPr>
          <p:cNvSpPr txBox="1"/>
          <p:nvPr/>
        </p:nvSpPr>
        <p:spPr>
          <a:xfrm>
            <a:off x="1184275" y="4054025"/>
            <a:ext cx="6288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unique values in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invalid values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negative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the mean of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missing and 0 values with the mean. </a:t>
            </a:r>
          </a:p>
        </p:txBody>
      </p:sp>
    </p:spTree>
    <p:extLst>
      <p:ext uri="{BB962C8B-B14F-4D97-AF65-F5344CB8AC3E}">
        <p14:creationId xmlns:p14="http://schemas.microsoft.com/office/powerpoint/2010/main" val="2398032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9D324-D9C2-3E5E-92D0-3C22D7F6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1E39D402-FCF4-70C4-15EF-EA7AAD4D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A0A03-9356-43F6-FF30-DA4CBABB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2C7FB-1AC0-5AE9-8750-EB44780AF477}"/>
              </a:ext>
            </a:extLst>
          </p:cNvPr>
          <p:cNvSpPr txBox="1"/>
          <p:nvPr/>
        </p:nvSpPr>
        <p:spPr>
          <a:xfrm>
            <a:off x="1676397" y="657630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Cleaning the Total Amount Column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014D824-159E-63A0-504F-630E7FCC0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2D28810-824F-AE22-3E2A-DE659F5B5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06B6CACE-BFAE-6E50-DBC6-21C682C4B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0D71FC2C-AF6F-4325-DA9E-C4C6C51A36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CDC2CF77-9E6D-4D1E-84CE-48D5B036C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956BFE-DFE4-11B0-E145-7245AFCD9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51" y="1734680"/>
            <a:ext cx="2896004" cy="1600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33FEC1-1CD1-FDE2-B837-C3700BA7C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830" y="3952812"/>
            <a:ext cx="4505954" cy="12860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CF4304-B305-1AE0-C8DE-161B1881F097}"/>
              </a:ext>
            </a:extLst>
          </p:cNvPr>
          <p:cNvSpPr txBox="1"/>
          <p:nvPr/>
        </p:nvSpPr>
        <p:spPr>
          <a:xfrm>
            <a:off x="5805197" y="2668853"/>
            <a:ext cx="6288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datatype. Calculated the mean of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missing and 0 values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×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Verified that no missing values remained.</a:t>
            </a:r>
          </a:p>
        </p:txBody>
      </p:sp>
    </p:spTree>
    <p:extLst>
      <p:ext uri="{BB962C8B-B14F-4D97-AF65-F5344CB8AC3E}">
        <p14:creationId xmlns:p14="http://schemas.microsoft.com/office/powerpoint/2010/main" val="2623526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2D116-695A-38C2-DBC6-5FB21A6E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BD0CA4F0-7152-F58D-8F15-7C8D3393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36643-1B70-B1E3-0FE3-5C72DC94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97" y="1440454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FE5C9-95B5-9949-5E68-8CAFF50AF293}"/>
              </a:ext>
            </a:extLst>
          </p:cNvPr>
          <p:cNvSpPr txBox="1"/>
          <p:nvPr/>
        </p:nvSpPr>
        <p:spPr>
          <a:xfrm>
            <a:off x="3754574" y="1536743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/>
              <a:t>Saving the Cleaned Dataset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D889815-7D8E-0358-23A3-DC45938A3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DCA40B8-DEE0-45E7-F526-ABCC27C79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95109B3-F219-3F19-0D14-A72119F04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4666B51-A023-196F-4243-3EF321729B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FD387FB-D170-9D2F-A34F-4273A3486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91C3998-B0E9-EF30-5C80-B8DDFA763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390" y="2763893"/>
            <a:ext cx="4658571" cy="584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25D31-5172-0A01-EFB0-D528D63E8CF9}"/>
              </a:ext>
            </a:extLst>
          </p:cNvPr>
          <p:cNvSpPr txBox="1"/>
          <p:nvPr/>
        </p:nvSpPr>
        <p:spPr>
          <a:xfrm>
            <a:off x="3320659" y="4008248"/>
            <a:ext cx="6444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cleaned dataset as a new CSV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index=False prevents row index numbers from being saved.</a:t>
            </a:r>
          </a:p>
        </p:txBody>
      </p:sp>
    </p:spTree>
    <p:extLst>
      <p:ext uri="{BB962C8B-B14F-4D97-AF65-F5344CB8AC3E}">
        <p14:creationId xmlns:p14="http://schemas.microsoft.com/office/powerpoint/2010/main" val="292097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D8116-4811-0A33-E603-7E4519ED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1285D7F8-EE6F-7A40-2CFC-8FE637FFE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72194-F8F1-9E5B-F5FB-4629168D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C55A1-2E61-01BA-2EE6-8028BC1E5BB4}"/>
              </a:ext>
            </a:extLst>
          </p:cNvPr>
          <p:cNvSpPr txBox="1"/>
          <p:nvPr/>
        </p:nvSpPr>
        <p:spPr>
          <a:xfrm>
            <a:off x="2869203" y="1330890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dirty="0"/>
              <a:t>Validation</a:t>
            </a: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EB4F4AE-24E8-1A8B-C486-A768D7624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918552C6-5F1A-96A7-4D8B-2FCEF7C25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6DCE820C-A6D4-4525-D7E5-C14C99653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8EE33402-1A72-B543-8FDA-917FFB05E0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490BFA6-F390-3EB9-8426-E27E204E22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4B25674-49D3-B017-3ABA-BD5F6047E1C0}"/>
              </a:ext>
            </a:extLst>
          </p:cNvPr>
          <p:cNvSpPr txBox="1"/>
          <p:nvPr/>
        </p:nvSpPr>
        <p:spPr>
          <a:xfrm>
            <a:off x="4766492" y="2281651"/>
            <a:ext cx="62919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Verified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Confirmed cleaned dataset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9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C1AB0-D673-36F5-887F-0371CE17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A7F2F61E-FB85-8CD0-5BA0-A7B86F509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32B0-F57F-4665-FA5E-B372B62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14876B9D-4830-336E-C51B-9679973A0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CEED0093-95B4-0B9D-7792-89740BF78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45819427-B53F-A4A3-E826-D9136FF47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F94F378-8E2E-119B-4277-BADA7963EB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32AFACD-1404-C5CF-190F-C91CF093DD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AFCFB5B-9458-A52B-A34B-F2FE00354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297" y="761124"/>
            <a:ext cx="8640381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15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0326E-DD84-15F3-853A-C991EDBE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4E2181E6-06DC-993D-B2DA-AAE32E620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95CD0-EE0F-AAF4-D416-B8E04297F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28EBB09-F523-EBD8-DA46-9C3175C08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B7D0E8A-218C-910A-F1FC-D0B46E9CB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F1919841-397C-8872-F675-E373EBE22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866480D3-CB09-6593-7150-FFD6C2222C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29005B69-BB93-2583-E9CF-7F79DC5E2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87616F8-2D49-AC56-248A-8CAB84E321C7}"/>
              </a:ext>
            </a:extLst>
          </p:cNvPr>
          <p:cNvSpPr txBox="1"/>
          <p:nvPr/>
        </p:nvSpPr>
        <p:spPr>
          <a:xfrm>
            <a:off x="4901171" y="2227582"/>
            <a:ext cx="549002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Key Performance Indicators</a:t>
            </a:r>
          </a:p>
          <a:p>
            <a:pPr>
              <a:buNone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Total Sales</a:t>
            </a:r>
            <a:r>
              <a:rPr lang="en-IN" dirty="0"/>
              <a:t> – Overall revenue generated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Total Orders</a:t>
            </a:r>
            <a:r>
              <a:rPr lang="en-IN" dirty="0"/>
              <a:t> – Number of orders received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Top  Product</a:t>
            </a:r>
            <a:r>
              <a:rPr lang="en-IN" dirty="0"/>
              <a:t>– Highest Products sold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Top Sale City</a:t>
            </a:r>
            <a:r>
              <a:rPr lang="en-IN" dirty="0"/>
              <a:t>– Finding the top sale in 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222C1E-06EC-4E86-927A-3B7ED5DF3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332" y="2227582"/>
            <a:ext cx="225774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72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6114A-42EC-670D-429D-1ABE57EF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E99BAB3D-50A6-5B0C-93F1-E175B9D7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15310-C4C1-7AFC-0655-A4EC2E14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3A2F691D-D59E-151F-D767-C78C800B6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F0641596-B268-81A0-2657-91225ABA5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1C851A6C-5F09-1D48-94CE-72004C14B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15D6959A-8FAE-C16F-69E2-EAFB1678D3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7C9815C-3615-00C5-D702-106F14713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59ADF89-D44F-CA89-3A2C-B8EF6C8B8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04" y="1218388"/>
            <a:ext cx="4658375" cy="3705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0BBC0E-D32B-BCBA-1BEB-0E1232AFA8E8}"/>
              </a:ext>
            </a:extLst>
          </p:cNvPr>
          <p:cNvSpPr txBox="1"/>
          <p:nvPr/>
        </p:nvSpPr>
        <p:spPr>
          <a:xfrm>
            <a:off x="5972273" y="1259472"/>
            <a:ext cx="62919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Areas Covered</a:t>
            </a:r>
          </a:p>
          <a:p>
            <a:pPr>
              <a:buNone/>
            </a:pPr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Sales by City</a:t>
            </a:r>
          </a:p>
          <a:p>
            <a:r>
              <a:rPr lang="en-IN" b="1" dirty="0"/>
              <a:t>Shows total sales generated by each city.</a:t>
            </a:r>
          </a:p>
          <a:p>
            <a:endParaRPr lang="en-IN" dirty="0"/>
          </a:p>
          <a:p>
            <a:r>
              <a:rPr lang="en-IN" b="1" dirty="0"/>
              <a:t>2.Sales Contribution by Product</a:t>
            </a:r>
          </a:p>
          <a:p>
            <a:r>
              <a:rPr lang="en-IN" b="1" dirty="0"/>
              <a:t>Shows how each product contributes to total sales.</a:t>
            </a:r>
          </a:p>
          <a:p>
            <a:endParaRPr lang="en-IN" b="1" dirty="0"/>
          </a:p>
          <a:p>
            <a:r>
              <a:rPr lang="en-IN" b="1" dirty="0"/>
              <a:t>3.Product Sales Summary</a:t>
            </a:r>
          </a:p>
          <a:p>
            <a:r>
              <a:rPr lang="en-IN" b="1" dirty="0"/>
              <a:t>Summarizes total sales and quantity sold for each product.</a:t>
            </a:r>
          </a:p>
          <a:p>
            <a:endParaRPr lang="en-IN" dirty="0"/>
          </a:p>
          <a:p>
            <a:r>
              <a:rPr lang="en-IN" b="1" dirty="0"/>
              <a:t>4.Quantity by Product</a:t>
            </a:r>
          </a:p>
          <a:p>
            <a:r>
              <a:rPr lang="en-IN" b="1" dirty="0"/>
              <a:t>Compares the quantity sold across different products.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309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FB397-7C7B-7513-35AA-EB7D823B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3" name="Rectangle 262">
            <a:extLst>
              <a:ext uri="{FF2B5EF4-FFF2-40B4-BE49-F238E27FC236}">
                <a16:creationId xmlns:a16="http://schemas.microsoft.com/office/drawing/2014/main" id="{87B428BC-8FAE-0822-F69E-87CD9426C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A1D20-4248-3E8F-81AC-2A20F6FA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BE89E-175F-E23A-6F9C-5C6E73DB20B4}"/>
              </a:ext>
            </a:extLst>
          </p:cNvPr>
          <p:cNvSpPr txBox="1"/>
          <p:nvPr/>
        </p:nvSpPr>
        <p:spPr>
          <a:xfrm>
            <a:off x="3451225" y="1844109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IN" sz="2400" b="1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cleaned the sales dataset.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missing, invalid, and inconsistent values.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columns to appropriate data types.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cleaned dataset for further analysis.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also prepared meaningful insights.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FBFEBC3-C35B-A5BF-BBF8-A2512B33A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0C2212F-7CB3-E44C-E0AE-86779B40C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E9BD93EA-D0F4-F0D3-A223-9FF8E6BF5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EFC4A113-4808-7D95-23BA-8D9A355AF3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F3E0728B-7593-1EA7-3994-01B759FBA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767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496</TotalTime>
  <Words>676</Words>
  <Application>Microsoft Office PowerPoint</Application>
  <PresentationFormat>Widescreen</PresentationFormat>
  <Paragraphs>153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Times New Roman</vt:lpstr>
      <vt:lpstr>Office Theme</vt:lpstr>
      <vt:lpstr>PYTHON MINI PROJECT </vt:lpstr>
      <vt:lpstr>Project Introduction</vt:lpstr>
      <vt:lpstr>Dataset Details</vt:lpstr>
      <vt:lpstr>Tools &amp; Libraries  Used</vt:lpstr>
      <vt:lpstr>Data Cleaning Workflow    </vt:lpstr>
      <vt:lpstr> Import Pandas</vt:lpstr>
      <vt:lpstr> </vt:lpstr>
      <vt:lpstr> Dataset  Info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S0286455</dc:creator>
  <cp:lastModifiedBy>S0286455</cp:lastModifiedBy>
  <cp:revision>5</cp:revision>
  <dcterms:created xsi:type="dcterms:W3CDTF">2026-07-22T10:11:07Z</dcterms:created>
  <dcterms:modified xsi:type="dcterms:W3CDTF">2026-08-26T02:48:13Z</dcterms:modified>
</cp:coreProperties>
</file>