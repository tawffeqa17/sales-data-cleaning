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83" r:id="rId5"/>
    <p:sldId id="284" r:id="rId6"/>
    <p:sldId id="259" r:id="rId7"/>
    <p:sldId id="264" r:id="rId8"/>
    <p:sldId id="265" r:id="rId9"/>
    <p:sldId id="266" r:id="rId10"/>
    <p:sldId id="267" r:id="rId11"/>
    <p:sldId id="269" r:id="rId12"/>
    <p:sldId id="271" r:id="rId13"/>
    <p:sldId id="272" r:id="rId14"/>
    <p:sldId id="273" r:id="rId15"/>
    <p:sldId id="274" r:id="rId16"/>
    <p:sldId id="276" r:id="rId17"/>
    <p:sldId id="277" r:id="rId18"/>
    <p:sldId id="281" r:id="rId19"/>
    <p:sldId id="282" r:id="rId20"/>
    <p:sldId id="27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132" autoAdjust="0"/>
    <p:restoredTop sz="94660"/>
  </p:normalViewPr>
  <p:slideViewPr>
    <p:cSldViewPr snapToGrid="0">
      <p:cViewPr>
        <p:scale>
          <a:sx n="66" d="100"/>
          <a:sy n="66" d="100"/>
        </p:scale>
        <p:origin x="81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CCCB53-DC4C-4BE0-80CC-069E7F0800F1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A6B4590-43A8-427F-ABD1-5A53BD600BE3}">
      <dgm:prSet/>
      <dgm:spPr/>
      <dgm:t>
        <a:bodyPr/>
        <a:lstStyle/>
        <a:p>
          <a:r>
            <a:rPr lang="en-IN" b="1"/>
            <a:t>Objective:</a:t>
          </a:r>
          <a:endParaRPr lang="en-US"/>
        </a:p>
      </dgm:t>
    </dgm:pt>
    <dgm:pt modelId="{355AED3B-001A-429B-8346-74B3BE33A674}" type="parTrans" cxnId="{4ED97D3D-AF2C-4A46-AC27-5EAEE1E207AC}">
      <dgm:prSet/>
      <dgm:spPr/>
      <dgm:t>
        <a:bodyPr/>
        <a:lstStyle/>
        <a:p>
          <a:endParaRPr lang="en-US"/>
        </a:p>
      </dgm:t>
    </dgm:pt>
    <dgm:pt modelId="{EA41366D-2A2F-4794-B92D-390DB520B9E8}" type="sibTrans" cxnId="{4ED97D3D-AF2C-4A46-AC27-5EAEE1E207AC}">
      <dgm:prSet/>
      <dgm:spPr/>
      <dgm:t>
        <a:bodyPr/>
        <a:lstStyle/>
        <a:p>
          <a:endParaRPr lang="en-US"/>
        </a:p>
      </dgm:t>
    </dgm:pt>
    <dgm:pt modelId="{B6BFAC2A-0EF6-42C6-A9A1-1E499450DF68}">
      <dgm:prSet/>
      <dgm:spPr/>
      <dgm:t>
        <a:bodyPr/>
        <a:lstStyle/>
        <a:p>
          <a:r>
            <a:rPr lang="en-IN"/>
            <a:t>Clean an unclean sales dataset. </a:t>
          </a:r>
          <a:endParaRPr lang="en-US"/>
        </a:p>
      </dgm:t>
    </dgm:pt>
    <dgm:pt modelId="{E12BF6A8-ED65-4992-A3B2-49A306ED0BB4}" type="parTrans" cxnId="{06690273-753C-4051-9FE5-7220761CF4CA}">
      <dgm:prSet/>
      <dgm:spPr/>
      <dgm:t>
        <a:bodyPr/>
        <a:lstStyle/>
        <a:p>
          <a:endParaRPr lang="en-US"/>
        </a:p>
      </dgm:t>
    </dgm:pt>
    <dgm:pt modelId="{E07AAD6F-926E-4E1B-8538-BCE6CB4A3495}" type="sibTrans" cxnId="{06690273-753C-4051-9FE5-7220761CF4CA}">
      <dgm:prSet/>
      <dgm:spPr/>
      <dgm:t>
        <a:bodyPr/>
        <a:lstStyle/>
        <a:p>
          <a:endParaRPr lang="en-US"/>
        </a:p>
      </dgm:t>
    </dgm:pt>
    <dgm:pt modelId="{0B2F58E7-5D25-44B2-9C16-2F8A7D357004}">
      <dgm:prSet/>
      <dgm:spPr/>
      <dgm:t>
        <a:bodyPr/>
        <a:lstStyle/>
        <a:p>
          <a:r>
            <a:rPr lang="en-IN"/>
            <a:t>Handle missing values. </a:t>
          </a:r>
          <a:endParaRPr lang="en-US"/>
        </a:p>
      </dgm:t>
    </dgm:pt>
    <dgm:pt modelId="{BFB4C7D8-18CB-4D3D-ABF7-B6DCEDD925C8}" type="parTrans" cxnId="{C7CBCC9C-9428-4B49-8C96-6231BAA6E3A0}">
      <dgm:prSet/>
      <dgm:spPr/>
      <dgm:t>
        <a:bodyPr/>
        <a:lstStyle/>
        <a:p>
          <a:endParaRPr lang="en-US"/>
        </a:p>
      </dgm:t>
    </dgm:pt>
    <dgm:pt modelId="{47AD2DFF-E312-4E2D-A2C4-2A0DAA4338E3}" type="sibTrans" cxnId="{C7CBCC9C-9428-4B49-8C96-6231BAA6E3A0}">
      <dgm:prSet/>
      <dgm:spPr/>
      <dgm:t>
        <a:bodyPr/>
        <a:lstStyle/>
        <a:p>
          <a:endParaRPr lang="en-US"/>
        </a:p>
      </dgm:t>
    </dgm:pt>
    <dgm:pt modelId="{477718A4-04B0-4AFD-859F-41E6CF8C7A0F}">
      <dgm:prSet/>
      <dgm:spPr/>
      <dgm:t>
        <a:bodyPr/>
        <a:lstStyle/>
        <a:p>
          <a:r>
            <a:rPr lang="en-IN"/>
            <a:t>Correct invalid values. </a:t>
          </a:r>
          <a:endParaRPr lang="en-US"/>
        </a:p>
      </dgm:t>
    </dgm:pt>
    <dgm:pt modelId="{56DE2D4A-EE5A-47FF-A9C0-B8EAEC1A168C}" type="parTrans" cxnId="{C427B3E6-81CA-462D-966A-5B310CC3EAC3}">
      <dgm:prSet/>
      <dgm:spPr/>
      <dgm:t>
        <a:bodyPr/>
        <a:lstStyle/>
        <a:p>
          <a:endParaRPr lang="en-US"/>
        </a:p>
      </dgm:t>
    </dgm:pt>
    <dgm:pt modelId="{3BA25FA2-D8FA-4F36-AEAC-FBA6F7612F34}" type="sibTrans" cxnId="{C427B3E6-81CA-462D-966A-5B310CC3EAC3}">
      <dgm:prSet/>
      <dgm:spPr/>
      <dgm:t>
        <a:bodyPr/>
        <a:lstStyle/>
        <a:p>
          <a:endParaRPr lang="en-US"/>
        </a:p>
      </dgm:t>
    </dgm:pt>
    <dgm:pt modelId="{02DDD283-C11C-4D9F-807F-25EE0699633D}">
      <dgm:prSet/>
      <dgm:spPr/>
      <dgm:t>
        <a:bodyPr/>
        <a:lstStyle/>
        <a:p>
          <a:r>
            <a:rPr lang="en-IN"/>
            <a:t>Convert datatypes. </a:t>
          </a:r>
          <a:endParaRPr lang="en-US"/>
        </a:p>
      </dgm:t>
    </dgm:pt>
    <dgm:pt modelId="{6F240320-9439-4108-8EC1-BD87E3D62321}" type="parTrans" cxnId="{3E646265-CDFF-40EA-9199-D202B9CD969A}">
      <dgm:prSet/>
      <dgm:spPr/>
      <dgm:t>
        <a:bodyPr/>
        <a:lstStyle/>
        <a:p>
          <a:endParaRPr lang="en-US"/>
        </a:p>
      </dgm:t>
    </dgm:pt>
    <dgm:pt modelId="{81AF24CB-D321-4358-83A3-345C8585E319}" type="sibTrans" cxnId="{3E646265-CDFF-40EA-9199-D202B9CD969A}">
      <dgm:prSet/>
      <dgm:spPr/>
      <dgm:t>
        <a:bodyPr/>
        <a:lstStyle/>
        <a:p>
          <a:endParaRPr lang="en-US"/>
        </a:p>
      </dgm:t>
    </dgm:pt>
    <dgm:pt modelId="{1B45F4DD-2481-4B5B-8B73-A1A61C0533DF}">
      <dgm:prSet/>
      <dgm:spPr/>
      <dgm:t>
        <a:bodyPr/>
        <a:lstStyle/>
        <a:p>
          <a:r>
            <a:rPr lang="en-IN"/>
            <a:t>Prepare the dataset for analysis.</a:t>
          </a:r>
          <a:endParaRPr lang="en-US"/>
        </a:p>
      </dgm:t>
    </dgm:pt>
    <dgm:pt modelId="{28E3E792-5600-4C50-B120-6B1103AFF209}" type="parTrans" cxnId="{6A2E8836-AD13-46A5-82E7-DF6C2B55FCFC}">
      <dgm:prSet/>
      <dgm:spPr/>
      <dgm:t>
        <a:bodyPr/>
        <a:lstStyle/>
        <a:p>
          <a:endParaRPr lang="en-US"/>
        </a:p>
      </dgm:t>
    </dgm:pt>
    <dgm:pt modelId="{2043FB26-BBFD-468F-9BF1-804C9064A9E8}" type="sibTrans" cxnId="{6A2E8836-AD13-46A5-82E7-DF6C2B55FCFC}">
      <dgm:prSet/>
      <dgm:spPr/>
      <dgm:t>
        <a:bodyPr/>
        <a:lstStyle/>
        <a:p>
          <a:endParaRPr lang="en-US"/>
        </a:p>
      </dgm:t>
    </dgm:pt>
    <dgm:pt modelId="{16439B79-1211-49D9-ACFB-FFEC949F859E}" type="pres">
      <dgm:prSet presAssocID="{42CCCB53-DC4C-4BE0-80CC-069E7F0800F1}" presName="Name0" presStyleCnt="0">
        <dgm:presLayoutVars>
          <dgm:dir/>
          <dgm:animLvl val="lvl"/>
          <dgm:resizeHandles val="exact"/>
        </dgm:presLayoutVars>
      </dgm:prSet>
      <dgm:spPr/>
    </dgm:pt>
    <dgm:pt modelId="{A95604AB-0748-40A1-AFC0-5DCFD8CE5842}" type="pres">
      <dgm:prSet presAssocID="{9A6B4590-43A8-427F-ABD1-5A53BD600BE3}" presName="linNode" presStyleCnt="0"/>
      <dgm:spPr/>
    </dgm:pt>
    <dgm:pt modelId="{97725C65-052B-4688-AE39-B5CB6B2DD31E}" type="pres">
      <dgm:prSet presAssocID="{9A6B4590-43A8-427F-ABD1-5A53BD600BE3}" presName="parentText" presStyleLbl="node1" presStyleIdx="0" presStyleCnt="1">
        <dgm:presLayoutVars>
          <dgm:chMax val="1"/>
          <dgm:bulletEnabled val="1"/>
        </dgm:presLayoutVars>
      </dgm:prSet>
      <dgm:spPr/>
    </dgm:pt>
    <dgm:pt modelId="{0B79021F-06FC-43F6-AE57-2D6BC66EB6F1}" type="pres">
      <dgm:prSet presAssocID="{9A6B4590-43A8-427F-ABD1-5A53BD600BE3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579C6212-4F53-4924-9A30-BAE19366FC96}" type="presOf" srcId="{0B2F58E7-5D25-44B2-9C16-2F8A7D357004}" destId="{0B79021F-06FC-43F6-AE57-2D6BC66EB6F1}" srcOrd="0" destOrd="1" presId="urn:microsoft.com/office/officeart/2005/8/layout/vList5"/>
    <dgm:cxn modelId="{6A2E8836-AD13-46A5-82E7-DF6C2B55FCFC}" srcId="{9A6B4590-43A8-427F-ABD1-5A53BD600BE3}" destId="{1B45F4DD-2481-4B5B-8B73-A1A61C0533DF}" srcOrd="4" destOrd="0" parTransId="{28E3E792-5600-4C50-B120-6B1103AFF209}" sibTransId="{2043FB26-BBFD-468F-9BF1-804C9064A9E8}"/>
    <dgm:cxn modelId="{829A4C37-7DBE-4F73-885A-18831372CBE5}" type="presOf" srcId="{1B45F4DD-2481-4B5B-8B73-A1A61C0533DF}" destId="{0B79021F-06FC-43F6-AE57-2D6BC66EB6F1}" srcOrd="0" destOrd="4" presId="urn:microsoft.com/office/officeart/2005/8/layout/vList5"/>
    <dgm:cxn modelId="{AB658A39-EDE7-451F-ACD3-A04B0639E04D}" type="presOf" srcId="{9A6B4590-43A8-427F-ABD1-5A53BD600BE3}" destId="{97725C65-052B-4688-AE39-B5CB6B2DD31E}" srcOrd="0" destOrd="0" presId="urn:microsoft.com/office/officeart/2005/8/layout/vList5"/>
    <dgm:cxn modelId="{4ED97D3D-AF2C-4A46-AC27-5EAEE1E207AC}" srcId="{42CCCB53-DC4C-4BE0-80CC-069E7F0800F1}" destId="{9A6B4590-43A8-427F-ABD1-5A53BD600BE3}" srcOrd="0" destOrd="0" parTransId="{355AED3B-001A-429B-8346-74B3BE33A674}" sibTransId="{EA41366D-2A2F-4794-B92D-390DB520B9E8}"/>
    <dgm:cxn modelId="{3E646265-CDFF-40EA-9199-D202B9CD969A}" srcId="{9A6B4590-43A8-427F-ABD1-5A53BD600BE3}" destId="{02DDD283-C11C-4D9F-807F-25EE0699633D}" srcOrd="3" destOrd="0" parTransId="{6F240320-9439-4108-8EC1-BD87E3D62321}" sibTransId="{81AF24CB-D321-4358-83A3-345C8585E319}"/>
    <dgm:cxn modelId="{06690273-753C-4051-9FE5-7220761CF4CA}" srcId="{9A6B4590-43A8-427F-ABD1-5A53BD600BE3}" destId="{B6BFAC2A-0EF6-42C6-A9A1-1E499450DF68}" srcOrd="0" destOrd="0" parTransId="{E12BF6A8-ED65-4992-A3B2-49A306ED0BB4}" sibTransId="{E07AAD6F-926E-4E1B-8538-BCE6CB4A3495}"/>
    <dgm:cxn modelId="{9A87358A-E9C1-475A-A58C-42DEF4FE0B98}" type="presOf" srcId="{B6BFAC2A-0EF6-42C6-A9A1-1E499450DF68}" destId="{0B79021F-06FC-43F6-AE57-2D6BC66EB6F1}" srcOrd="0" destOrd="0" presId="urn:microsoft.com/office/officeart/2005/8/layout/vList5"/>
    <dgm:cxn modelId="{C7CBCC9C-9428-4B49-8C96-6231BAA6E3A0}" srcId="{9A6B4590-43A8-427F-ABD1-5A53BD600BE3}" destId="{0B2F58E7-5D25-44B2-9C16-2F8A7D357004}" srcOrd="1" destOrd="0" parTransId="{BFB4C7D8-18CB-4D3D-ABF7-B6DCEDD925C8}" sibTransId="{47AD2DFF-E312-4E2D-A2C4-2A0DAA4338E3}"/>
    <dgm:cxn modelId="{7E8F61B3-1846-4FB4-A704-DE8EB84D9F80}" type="presOf" srcId="{02DDD283-C11C-4D9F-807F-25EE0699633D}" destId="{0B79021F-06FC-43F6-AE57-2D6BC66EB6F1}" srcOrd="0" destOrd="3" presId="urn:microsoft.com/office/officeart/2005/8/layout/vList5"/>
    <dgm:cxn modelId="{5C4E0DD1-BF5F-4302-95BE-58E7731E880F}" type="presOf" srcId="{477718A4-04B0-4AFD-859F-41E6CF8C7A0F}" destId="{0B79021F-06FC-43F6-AE57-2D6BC66EB6F1}" srcOrd="0" destOrd="2" presId="urn:microsoft.com/office/officeart/2005/8/layout/vList5"/>
    <dgm:cxn modelId="{8E626FE5-A3B3-4040-AB71-B3BC7339C67B}" type="presOf" srcId="{42CCCB53-DC4C-4BE0-80CC-069E7F0800F1}" destId="{16439B79-1211-49D9-ACFB-FFEC949F859E}" srcOrd="0" destOrd="0" presId="urn:microsoft.com/office/officeart/2005/8/layout/vList5"/>
    <dgm:cxn modelId="{C427B3E6-81CA-462D-966A-5B310CC3EAC3}" srcId="{9A6B4590-43A8-427F-ABD1-5A53BD600BE3}" destId="{477718A4-04B0-4AFD-859F-41E6CF8C7A0F}" srcOrd="2" destOrd="0" parTransId="{56DE2D4A-EE5A-47FF-A9C0-B8EAEC1A168C}" sibTransId="{3BA25FA2-D8FA-4F36-AEAC-FBA6F7612F34}"/>
    <dgm:cxn modelId="{E8AD3F7F-0C05-4959-919A-0ED00E1A60DE}" type="presParOf" srcId="{16439B79-1211-49D9-ACFB-FFEC949F859E}" destId="{A95604AB-0748-40A1-AFC0-5DCFD8CE5842}" srcOrd="0" destOrd="0" presId="urn:microsoft.com/office/officeart/2005/8/layout/vList5"/>
    <dgm:cxn modelId="{85E5E1D2-109F-43D5-8979-43BC2EF492CF}" type="presParOf" srcId="{A95604AB-0748-40A1-AFC0-5DCFD8CE5842}" destId="{97725C65-052B-4688-AE39-B5CB6B2DD31E}" srcOrd="0" destOrd="0" presId="urn:microsoft.com/office/officeart/2005/8/layout/vList5"/>
    <dgm:cxn modelId="{2CBF2C11-181C-4616-91ED-106D497DE2A7}" type="presParOf" srcId="{A95604AB-0748-40A1-AFC0-5DCFD8CE5842}" destId="{0B79021F-06FC-43F6-AE57-2D6BC66EB6F1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75FB9D1-E3C3-44F7-A9A2-85FC6D718F3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EEAFEC5-17D8-4341-B20A-6936D10C8906}">
      <dgm:prSet/>
      <dgm:spPr/>
      <dgm:t>
        <a:bodyPr/>
        <a:lstStyle/>
        <a:p>
          <a:r>
            <a:rPr lang="en-IN"/>
            <a:t>Pandas </a:t>
          </a:r>
          <a:endParaRPr lang="en-US"/>
        </a:p>
      </dgm:t>
    </dgm:pt>
    <dgm:pt modelId="{386F957A-0981-4AF1-A99C-32CD591BC629}" type="parTrans" cxnId="{4A4E3671-7EBE-47C0-998C-DA6401CE3088}">
      <dgm:prSet/>
      <dgm:spPr/>
      <dgm:t>
        <a:bodyPr/>
        <a:lstStyle/>
        <a:p>
          <a:endParaRPr lang="en-US"/>
        </a:p>
      </dgm:t>
    </dgm:pt>
    <dgm:pt modelId="{20A93468-105C-4B64-8A36-3AF29BC3C00D}" type="sibTrans" cxnId="{4A4E3671-7EBE-47C0-998C-DA6401CE3088}">
      <dgm:prSet/>
      <dgm:spPr/>
      <dgm:t>
        <a:bodyPr/>
        <a:lstStyle/>
        <a:p>
          <a:endParaRPr lang="en-US"/>
        </a:p>
      </dgm:t>
    </dgm:pt>
    <dgm:pt modelId="{BEEABF20-AB41-4DB7-9E80-75ABB4BC8E92}">
      <dgm:prSet/>
      <dgm:spPr/>
      <dgm:t>
        <a:bodyPr/>
        <a:lstStyle/>
        <a:p>
          <a:r>
            <a:rPr lang="en-IN"/>
            <a:t>NumPy </a:t>
          </a:r>
          <a:endParaRPr lang="en-US"/>
        </a:p>
      </dgm:t>
    </dgm:pt>
    <dgm:pt modelId="{0B972AB3-9422-4AE0-BA98-607C60449536}" type="parTrans" cxnId="{E194C47D-17D8-42D1-8E47-79EA6A665245}">
      <dgm:prSet/>
      <dgm:spPr/>
      <dgm:t>
        <a:bodyPr/>
        <a:lstStyle/>
        <a:p>
          <a:endParaRPr lang="en-US"/>
        </a:p>
      </dgm:t>
    </dgm:pt>
    <dgm:pt modelId="{B4B2A474-C88C-4E01-9DEE-E61983AD00DA}" type="sibTrans" cxnId="{E194C47D-17D8-42D1-8E47-79EA6A665245}">
      <dgm:prSet/>
      <dgm:spPr/>
      <dgm:t>
        <a:bodyPr/>
        <a:lstStyle/>
        <a:p>
          <a:endParaRPr lang="en-US"/>
        </a:p>
      </dgm:t>
    </dgm:pt>
    <dgm:pt modelId="{E65AEC79-1084-45B1-8EC8-F129528E9584}">
      <dgm:prSet/>
      <dgm:spPr/>
      <dgm:t>
        <a:bodyPr/>
        <a:lstStyle/>
        <a:p>
          <a:r>
            <a:rPr lang="en-IN"/>
            <a:t>Jupyter Notebook</a:t>
          </a:r>
          <a:endParaRPr lang="en-US"/>
        </a:p>
      </dgm:t>
    </dgm:pt>
    <dgm:pt modelId="{F8C8DD5D-E22B-4179-A933-08075F89B788}" type="parTrans" cxnId="{96046501-1377-4841-BFFE-330BEBE39828}">
      <dgm:prSet/>
      <dgm:spPr/>
      <dgm:t>
        <a:bodyPr/>
        <a:lstStyle/>
        <a:p>
          <a:endParaRPr lang="en-US"/>
        </a:p>
      </dgm:t>
    </dgm:pt>
    <dgm:pt modelId="{ACB2995D-4F01-4433-AB15-B43A342719A8}" type="sibTrans" cxnId="{96046501-1377-4841-BFFE-330BEBE39828}">
      <dgm:prSet/>
      <dgm:spPr/>
      <dgm:t>
        <a:bodyPr/>
        <a:lstStyle/>
        <a:p>
          <a:endParaRPr lang="en-US"/>
        </a:p>
      </dgm:t>
    </dgm:pt>
    <dgm:pt modelId="{F7AC8591-FEF0-4BF3-B391-F8F483AB4177}" type="pres">
      <dgm:prSet presAssocID="{D75FB9D1-E3C3-44F7-A9A2-85FC6D718F3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AFDBF5D-52CC-4B65-90FD-6FAF0E7ECF85}" type="pres">
      <dgm:prSet presAssocID="{DEEAFEC5-17D8-4341-B20A-6936D10C8906}" presName="hierRoot1" presStyleCnt="0"/>
      <dgm:spPr/>
    </dgm:pt>
    <dgm:pt modelId="{C09BFA8C-EE8C-474A-8AD7-98A86ED229A5}" type="pres">
      <dgm:prSet presAssocID="{DEEAFEC5-17D8-4341-B20A-6936D10C8906}" presName="composite" presStyleCnt="0"/>
      <dgm:spPr/>
    </dgm:pt>
    <dgm:pt modelId="{7BC65E9E-7765-4C79-89EA-A9C56B717A44}" type="pres">
      <dgm:prSet presAssocID="{DEEAFEC5-17D8-4341-B20A-6936D10C8906}" presName="background" presStyleLbl="node0" presStyleIdx="0" presStyleCnt="3"/>
      <dgm:spPr/>
    </dgm:pt>
    <dgm:pt modelId="{643D1C67-D2BE-4CBE-B3DA-5A34065DA41A}" type="pres">
      <dgm:prSet presAssocID="{DEEAFEC5-17D8-4341-B20A-6936D10C8906}" presName="text" presStyleLbl="fgAcc0" presStyleIdx="0" presStyleCnt="3">
        <dgm:presLayoutVars>
          <dgm:chPref val="3"/>
        </dgm:presLayoutVars>
      </dgm:prSet>
      <dgm:spPr/>
    </dgm:pt>
    <dgm:pt modelId="{8EF117E3-05C0-46A3-8D0C-B5F2E8288C0D}" type="pres">
      <dgm:prSet presAssocID="{DEEAFEC5-17D8-4341-B20A-6936D10C8906}" presName="hierChild2" presStyleCnt="0"/>
      <dgm:spPr/>
    </dgm:pt>
    <dgm:pt modelId="{185E8CE9-8608-4C98-833D-F0786A2C1B00}" type="pres">
      <dgm:prSet presAssocID="{BEEABF20-AB41-4DB7-9E80-75ABB4BC8E92}" presName="hierRoot1" presStyleCnt="0"/>
      <dgm:spPr/>
    </dgm:pt>
    <dgm:pt modelId="{CC2A5635-6FB5-47A5-AB4B-3A0CE17C01D3}" type="pres">
      <dgm:prSet presAssocID="{BEEABF20-AB41-4DB7-9E80-75ABB4BC8E92}" presName="composite" presStyleCnt="0"/>
      <dgm:spPr/>
    </dgm:pt>
    <dgm:pt modelId="{DB3242CF-8343-4F03-948A-568D5B340630}" type="pres">
      <dgm:prSet presAssocID="{BEEABF20-AB41-4DB7-9E80-75ABB4BC8E92}" presName="background" presStyleLbl="node0" presStyleIdx="1" presStyleCnt="3"/>
      <dgm:spPr/>
    </dgm:pt>
    <dgm:pt modelId="{4F2D672D-F5AF-40CA-91B8-169945C03F4D}" type="pres">
      <dgm:prSet presAssocID="{BEEABF20-AB41-4DB7-9E80-75ABB4BC8E92}" presName="text" presStyleLbl="fgAcc0" presStyleIdx="1" presStyleCnt="3">
        <dgm:presLayoutVars>
          <dgm:chPref val="3"/>
        </dgm:presLayoutVars>
      </dgm:prSet>
      <dgm:spPr/>
    </dgm:pt>
    <dgm:pt modelId="{3AE89222-8C90-4BEF-AAB2-B0606F40540E}" type="pres">
      <dgm:prSet presAssocID="{BEEABF20-AB41-4DB7-9E80-75ABB4BC8E92}" presName="hierChild2" presStyleCnt="0"/>
      <dgm:spPr/>
    </dgm:pt>
    <dgm:pt modelId="{CA3D3A6F-6E7F-4D0C-9EC9-2B219892E136}" type="pres">
      <dgm:prSet presAssocID="{E65AEC79-1084-45B1-8EC8-F129528E9584}" presName="hierRoot1" presStyleCnt="0"/>
      <dgm:spPr/>
    </dgm:pt>
    <dgm:pt modelId="{812E6549-E59E-4CAE-83B0-310C7D480DBE}" type="pres">
      <dgm:prSet presAssocID="{E65AEC79-1084-45B1-8EC8-F129528E9584}" presName="composite" presStyleCnt="0"/>
      <dgm:spPr/>
    </dgm:pt>
    <dgm:pt modelId="{8CE78C1E-E8D3-407A-AAEA-675278993271}" type="pres">
      <dgm:prSet presAssocID="{E65AEC79-1084-45B1-8EC8-F129528E9584}" presName="background" presStyleLbl="node0" presStyleIdx="2" presStyleCnt="3"/>
      <dgm:spPr/>
    </dgm:pt>
    <dgm:pt modelId="{1A629006-2246-4399-A769-170B936D49DE}" type="pres">
      <dgm:prSet presAssocID="{E65AEC79-1084-45B1-8EC8-F129528E9584}" presName="text" presStyleLbl="fgAcc0" presStyleIdx="2" presStyleCnt="3">
        <dgm:presLayoutVars>
          <dgm:chPref val="3"/>
        </dgm:presLayoutVars>
      </dgm:prSet>
      <dgm:spPr/>
    </dgm:pt>
    <dgm:pt modelId="{860B5FD8-99E2-4074-80F2-29F6BC357147}" type="pres">
      <dgm:prSet presAssocID="{E65AEC79-1084-45B1-8EC8-F129528E9584}" presName="hierChild2" presStyleCnt="0"/>
      <dgm:spPr/>
    </dgm:pt>
  </dgm:ptLst>
  <dgm:cxnLst>
    <dgm:cxn modelId="{96046501-1377-4841-BFFE-330BEBE39828}" srcId="{D75FB9D1-E3C3-44F7-A9A2-85FC6D718F35}" destId="{E65AEC79-1084-45B1-8EC8-F129528E9584}" srcOrd="2" destOrd="0" parTransId="{F8C8DD5D-E22B-4179-A933-08075F89B788}" sibTransId="{ACB2995D-4F01-4433-AB15-B43A342719A8}"/>
    <dgm:cxn modelId="{45E0933E-AA64-4222-A3BB-24ED1CD805A4}" type="presOf" srcId="{DEEAFEC5-17D8-4341-B20A-6936D10C8906}" destId="{643D1C67-D2BE-4CBE-B3DA-5A34065DA41A}" srcOrd="0" destOrd="0" presId="urn:microsoft.com/office/officeart/2005/8/layout/hierarchy1"/>
    <dgm:cxn modelId="{4A4E3671-7EBE-47C0-998C-DA6401CE3088}" srcId="{D75FB9D1-E3C3-44F7-A9A2-85FC6D718F35}" destId="{DEEAFEC5-17D8-4341-B20A-6936D10C8906}" srcOrd="0" destOrd="0" parTransId="{386F957A-0981-4AF1-A99C-32CD591BC629}" sibTransId="{20A93468-105C-4B64-8A36-3AF29BC3C00D}"/>
    <dgm:cxn modelId="{681FC256-1D45-4883-A9EA-03DD67207FC7}" type="presOf" srcId="{D75FB9D1-E3C3-44F7-A9A2-85FC6D718F35}" destId="{F7AC8591-FEF0-4BF3-B391-F8F483AB4177}" srcOrd="0" destOrd="0" presId="urn:microsoft.com/office/officeart/2005/8/layout/hierarchy1"/>
    <dgm:cxn modelId="{E194C47D-17D8-42D1-8E47-79EA6A665245}" srcId="{D75FB9D1-E3C3-44F7-A9A2-85FC6D718F35}" destId="{BEEABF20-AB41-4DB7-9E80-75ABB4BC8E92}" srcOrd="1" destOrd="0" parTransId="{0B972AB3-9422-4AE0-BA98-607C60449536}" sibTransId="{B4B2A474-C88C-4E01-9DEE-E61983AD00DA}"/>
    <dgm:cxn modelId="{9208F4A3-FC54-4FA1-A980-D0F2FBD3CE02}" type="presOf" srcId="{E65AEC79-1084-45B1-8EC8-F129528E9584}" destId="{1A629006-2246-4399-A769-170B936D49DE}" srcOrd="0" destOrd="0" presId="urn:microsoft.com/office/officeart/2005/8/layout/hierarchy1"/>
    <dgm:cxn modelId="{B91BF7D6-24A5-4AAC-B8EB-AF99DB9B1905}" type="presOf" srcId="{BEEABF20-AB41-4DB7-9E80-75ABB4BC8E92}" destId="{4F2D672D-F5AF-40CA-91B8-169945C03F4D}" srcOrd="0" destOrd="0" presId="urn:microsoft.com/office/officeart/2005/8/layout/hierarchy1"/>
    <dgm:cxn modelId="{CB5969BB-07A0-4520-861D-D211037FC714}" type="presParOf" srcId="{F7AC8591-FEF0-4BF3-B391-F8F483AB4177}" destId="{6AFDBF5D-52CC-4B65-90FD-6FAF0E7ECF85}" srcOrd="0" destOrd="0" presId="urn:microsoft.com/office/officeart/2005/8/layout/hierarchy1"/>
    <dgm:cxn modelId="{97E8D755-BBC1-48FF-93ED-077FD88751F8}" type="presParOf" srcId="{6AFDBF5D-52CC-4B65-90FD-6FAF0E7ECF85}" destId="{C09BFA8C-EE8C-474A-8AD7-98A86ED229A5}" srcOrd="0" destOrd="0" presId="urn:microsoft.com/office/officeart/2005/8/layout/hierarchy1"/>
    <dgm:cxn modelId="{904A4DA6-A75E-4898-9209-102343065799}" type="presParOf" srcId="{C09BFA8C-EE8C-474A-8AD7-98A86ED229A5}" destId="{7BC65E9E-7765-4C79-89EA-A9C56B717A44}" srcOrd="0" destOrd="0" presId="urn:microsoft.com/office/officeart/2005/8/layout/hierarchy1"/>
    <dgm:cxn modelId="{09F70EDB-8EA1-413D-BF92-3D9D63C93AE0}" type="presParOf" srcId="{C09BFA8C-EE8C-474A-8AD7-98A86ED229A5}" destId="{643D1C67-D2BE-4CBE-B3DA-5A34065DA41A}" srcOrd="1" destOrd="0" presId="urn:microsoft.com/office/officeart/2005/8/layout/hierarchy1"/>
    <dgm:cxn modelId="{AC4AC522-CABA-4201-BB2A-FABDA3A0D265}" type="presParOf" srcId="{6AFDBF5D-52CC-4B65-90FD-6FAF0E7ECF85}" destId="{8EF117E3-05C0-46A3-8D0C-B5F2E8288C0D}" srcOrd="1" destOrd="0" presId="urn:microsoft.com/office/officeart/2005/8/layout/hierarchy1"/>
    <dgm:cxn modelId="{B5EF1A57-E3C9-4589-BC46-57D70F310F39}" type="presParOf" srcId="{F7AC8591-FEF0-4BF3-B391-F8F483AB4177}" destId="{185E8CE9-8608-4C98-833D-F0786A2C1B00}" srcOrd="1" destOrd="0" presId="urn:microsoft.com/office/officeart/2005/8/layout/hierarchy1"/>
    <dgm:cxn modelId="{D6E10242-4FD3-470C-ADDA-09383A406A23}" type="presParOf" srcId="{185E8CE9-8608-4C98-833D-F0786A2C1B00}" destId="{CC2A5635-6FB5-47A5-AB4B-3A0CE17C01D3}" srcOrd="0" destOrd="0" presId="urn:microsoft.com/office/officeart/2005/8/layout/hierarchy1"/>
    <dgm:cxn modelId="{2B27BA3D-0279-47D0-8473-777606B2E72D}" type="presParOf" srcId="{CC2A5635-6FB5-47A5-AB4B-3A0CE17C01D3}" destId="{DB3242CF-8343-4F03-948A-568D5B340630}" srcOrd="0" destOrd="0" presId="urn:microsoft.com/office/officeart/2005/8/layout/hierarchy1"/>
    <dgm:cxn modelId="{10A7C10D-B07B-4922-8D11-B945D66D63F4}" type="presParOf" srcId="{CC2A5635-6FB5-47A5-AB4B-3A0CE17C01D3}" destId="{4F2D672D-F5AF-40CA-91B8-169945C03F4D}" srcOrd="1" destOrd="0" presId="urn:microsoft.com/office/officeart/2005/8/layout/hierarchy1"/>
    <dgm:cxn modelId="{32D9480D-2053-4E61-8515-AE7311156A1C}" type="presParOf" srcId="{185E8CE9-8608-4C98-833D-F0786A2C1B00}" destId="{3AE89222-8C90-4BEF-AAB2-B0606F40540E}" srcOrd="1" destOrd="0" presId="urn:microsoft.com/office/officeart/2005/8/layout/hierarchy1"/>
    <dgm:cxn modelId="{E7C7DC44-4E5D-423C-B746-D2B12F336B96}" type="presParOf" srcId="{F7AC8591-FEF0-4BF3-B391-F8F483AB4177}" destId="{CA3D3A6F-6E7F-4D0C-9EC9-2B219892E136}" srcOrd="2" destOrd="0" presId="urn:microsoft.com/office/officeart/2005/8/layout/hierarchy1"/>
    <dgm:cxn modelId="{46331979-D86C-47E0-8EA6-EA611A17B066}" type="presParOf" srcId="{CA3D3A6F-6E7F-4D0C-9EC9-2B219892E136}" destId="{812E6549-E59E-4CAE-83B0-310C7D480DBE}" srcOrd="0" destOrd="0" presId="urn:microsoft.com/office/officeart/2005/8/layout/hierarchy1"/>
    <dgm:cxn modelId="{D00A9E1F-1552-4BFF-8267-328CC702DD06}" type="presParOf" srcId="{812E6549-E59E-4CAE-83B0-310C7D480DBE}" destId="{8CE78C1E-E8D3-407A-AAEA-675278993271}" srcOrd="0" destOrd="0" presId="urn:microsoft.com/office/officeart/2005/8/layout/hierarchy1"/>
    <dgm:cxn modelId="{3C5ECD5B-0076-47ED-8555-76A1B303A33E}" type="presParOf" srcId="{812E6549-E59E-4CAE-83B0-310C7D480DBE}" destId="{1A629006-2246-4399-A769-170B936D49DE}" srcOrd="1" destOrd="0" presId="urn:microsoft.com/office/officeart/2005/8/layout/hierarchy1"/>
    <dgm:cxn modelId="{D38A6006-4C21-4300-8865-A80573DB49E1}" type="presParOf" srcId="{CA3D3A6F-6E7F-4D0C-9EC9-2B219892E136}" destId="{860B5FD8-99E2-4074-80F2-29F6BC35714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5FB9D1-E3C3-44F7-A9A2-85FC6D718F35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7AC8591-FEF0-4BF3-B391-F8F483AB4177}" type="pres">
      <dgm:prSet presAssocID="{D75FB9D1-E3C3-44F7-A9A2-85FC6D718F3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</dgm:ptLst>
  <dgm:cxnLst>
    <dgm:cxn modelId="{A19B646E-2A3C-4DA1-8C08-29BFECA53B2C}" type="presOf" srcId="{D75FB9D1-E3C3-44F7-A9A2-85FC6D718F35}" destId="{F7AC8591-FEF0-4BF3-B391-F8F483AB4177}" srcOrd="0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79021F-06FC-43F6-AE57-2D6BC66EB6F1}">
      <dsp:nvSpPr>
        <dsp:cNvPr id="0" name=""/>
        <dsp:cNvSpPr/>
      </dsp:nvSpPr>
      <dsp:spPr>
        <a:xfrm rot="5400000">
          <a:off x="1993463" y="296487"/>
          <a:ext cx="3168000" cy="336702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200" kern="1200"/>
            <a:t>Clean an unclean sales dataset. 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200" kern="1200"/>
            <a:t>Handle missing values. 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200" kern="1200"/>
            <a:t>Correct invalid values. 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200" kern="1200"/>
            <a:t>Convert datatypes. 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200" kern="1200"/>
            <a:t>Prepare the dataset for analysis.</a:t>
          </a:r>
          <a:endParaRPr lang="en-US" sz="2200" kern="1200"/>
        </a:p>
      </dsp:txBody>
      <dsp:txXfrm rot="-5400000">
        <a:off x="1893952" y="550648"/>
        <a:ext cx="3212375" cy="2858702"/>
      </dsp:txXfrm>
    </dsp:sp>
    <dsp:sp modelId="{97725C65-052B-4688-AE39-B5CB6B2DD31E}">
      <dsp:nvSpPr>
        <dsp:cNvPr id="0" name=""/>
        <dsp:cNvSpPr/>
      </dsp:nvSpPr>
      <dsp:spPr>
        <a:xfrm>
          <a:off x="0" y="0"/>
          <a:ext cx="1893951" cy="396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500" b="1" kern="1200"/>
            <a:t>Objective:</a:t>
          </a:r>
          <a:endParaRPr lang="en-US" sz="2500" kern="1200"/>
        </a:p>
      </dsp:txBody>
      <dsp:txXfrm>
        <a:off x="92455" y="92455"/>
        <a:ext cx="1709041" cy="37750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C65E9E-7765-4C79-89EA-A9C56B717A44}">
      <dsp:nvSpPr>
        <dsp:cNvPr id="0" name=""/>
        <dsp:cNvSpPr/>
      </dsp:nvSpPr>
      <dsp:spPr>
        <a:xfrm>
          <a:off x="0" y="1432118"/>
          <a:ext cx="1479649" cy="9395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3D1C67-D2BE-4CBE-B3DA-5A34065DA41A}">
      <dsp:nvSpPr>
        <dsp:cNvPr id="0" name=""/>
        <dsp:cNvSpPr/>
      </dsp:nvSpPr>
      <dsp:spPr>
        <a:xfrm>
          <a:off x="164405" y="1588303"/>
          <a:ext cx="1479649" cy="9395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300" kern="1200"/>
            <a:t>Pandas </a:t>
          </a:r>
          <a:endParaRPr lang="en-US" sz="2300" kern="1200"/>
        </a:p>
      </dsp:txBody>
      <dsp:txXfrm>
        <a:off x="191924" y="1615822"/>
        <a:ext cx="1424611" cy="884539"/>
      </dsp:txXfrm>
    </dsp:sp>
    <dsp:sp modelId="{DB3242CF-8343-4F03-948A-568D5B340630}">
      <dsp:nvSpPr>
        <dsp:cNvPr id="0" name=""/>
        <dsp:cNvSpPr/>
      </dsp:nvSpPr>
      <dsp:spPr>
        <a:xfrm>
          <a:off x="1808460" y="1432118"/>
          <a:ext cx="1479649" cy="9395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2D672D-F5AF-40CA-91B8-169945C03F4D}">
      <dsp:nvSpPr>
        <dsp:cNvPr id="0" name=""/>
        <dsp:cNvSpPr/>
      </dsp:nvSpPr>
      <dsp:spPr>
        <a:xfrm>
          <a:off x="1972865" y="1588303"/>
          <a:ext cx="1479649" cy="9395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300" kern="1200"/>
            <a:t>NumPy </a:t>
          </a:r>
          <a:endParaRPr lang="en-US" sz="2300" kern="1200"/>
        </a:p>
      </dsp:txBody>
      <dsp:txXfrm>
        <a:off x="2000384" y="1615822"/>
        <a:ext cx="1424611" cy="884539"/>
      </dsp:txXfrm>
    </dsp:sp>
    <dsp:sp modelId="{8CE78C1E-E8D3-407A-AAEA-675278993271}">
      <dsp:nvSpPr>
        <dsp:cNvPr id="0" name=""/>
        <dsp:cNvSpPr/>
      </dsp:nvSpPr>
      <dsp:spPr>
        <a:xfrm>
          <a:off x="3616920" y="1432118"/>
          <a:ext cx="1479649" cy="9395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629006-2246-4399-A769-170B936D49DE}">
      <dsp:nvSpPr>
        <dsp:cNvPr id="0" name=""/>
        <dsp:cNvSpPr/>
      </dsp:nvSpPr>
      <dsp:spPr>
        <a:xfrm>
          <a:off x="3781325" y="1588303"/>
          <a:ext cx="1479649" cy="9395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300" kern="1200"/>
            <a:t>Jupyter Notebook</a:t>
          </a:r>
          <a:endParaRPr lang="en-US" sz="2300" kern="1200"/>
        </a:p>
      </dsp:txBody>
      <dsp:txXfrm>
        <a:off x="3808844" y="1615822"/>
        <a:ext cx="1424611" cy="8845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426D2-332F-4435-B3E0-A01ACF2F9D8D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77C95A-3BF2-4099-909F-7808C249C8E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7746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C95A-3BF2-4099-909F-7808C249C8E7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302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54A9D-C0A7-0F61-AC53-5013424E4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EC0DF9-BCC3-DA95-C9F8-B5E11209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EF89D-0A9B-9B01-1DCA-247A0C9B9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6085C-9323-0DB4-2CE3-3A5DA36D5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77C95A-3BF2-4099-909F-7808C249C8E7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2869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D0258-F8ED-702F-9C2F-7B0BF8427B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413468-6C80-F249-0587-3FA7C419D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570F0-DFA6-D0E0-6EF2-3B6544107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6FA32-A027-7FEC-E1B0-F95C5EF74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1257E-13AA-31BE-8377-168684D9F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4083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48B3B-7756-8E2D-13CE-F972CABC2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83746-E2D3-D2C9-888B-1E56061857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A35E8-EFEB-05E5-3F23-90320032F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5A382-B3CA-0564-9927-5591D3D29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9F812-5CE6-01EB-B468-2FC888E5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117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C3585-1DAB-81BF-4D02-02008E8BC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9BCFB6-55EB-9D01-4043-0D5038F7A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FEDB9-0970-5324-3684-51D1BBD12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206D3-D58C-529E-51AF-32810406E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D77A4-E9D7-54EC-300B-7610BBC45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584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944A-D6DE-D31E-DF82-7ECFD0A98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13D1C-9113-45FD-C297-C5323E4498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9F9333-78C0-38E2-EF83-07EAE57FD3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3E5640-6622-D9A7-6CC6-F71E880F0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B7F67-9ED1-57BA-11C7-3C39C1251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E5EA-6D25-DA31-AD0B-44CFCBE45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9883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492F5-06AD-86AB-754E-76627E5AF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9924B-F607-3567-BA60-052163785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AD063E-51FD-C6E6-149C-670121C57C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94D0E3-0555-214F-9B00-56556729D2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BBF12E-DA5E-EA3D-1142-2C798B18D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AC2DE-CC30-5CF2-B4BB-AB2B0F16B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258866-D2A6-E987-A3E6-F8BD2C894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58EE19-5FFB-3D2B-4303-BBD978695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74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3921-375B-AC96-6207-EFCF92470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5E59B2-0EBC-B9C4-56E3-8B744BA1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7E688-5861-311C-4E40-F56BB449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9DF527-29DA-35F4-542E-F85B05D9B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5573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A46C2A-F55B-9A3F-0F1F-BC1F7096C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5C67A6-91A0-881C-9831-62E4A9F91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3BF98-78AA-C148-E52D-674CB8495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9346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A731E-37CA-579E-6FA0-FC59CBCEE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2E457-A6C4-C9D4-0764-89A021C68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5AC03-00A6-2859-6640-5D36E9BBB1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2102E3-3AB7-DEBA-1749-8FCA33D4C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70D6F8-6AC0-4083-8272-79D5C1C1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00A60-BECB-F4E5-ED11-02A956068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2557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FC2C1-08F6-84DF-C4F5-121DF2C9D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E9085A-D353-53C0-14EF-0028FBDFC8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37852C-0281-0BFC-EA3F-D0476CCAC6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BD6505-7CFD-331D-C2C0-5598945DF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4CEBE-5A73-5899-5B6B-97A07FB5A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98698B-1BA8-579D-0668-9F058E919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276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043D3-4D32-168F-1675-54118FBA5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A73F25-C556-4941-1BF9-274D07BA94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E3D48-1B62-59B9-DBCE-06F156409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EEDD1-12AA-CFA6-5298-CD2C11DBB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484F0-94A5-B202-031A-E3FF0AFCA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864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C456D9-64E2-18F7-973D-17AC8601BC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25561-8F91-8CD9-0D36-686907AEB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CAF2B8-F421-4637-C0CF-2BE5DB2C3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03A3C-E19D-151F-1EED-6E09DBD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C2754-4587-D089-2FFC-3D57FC9E0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6477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71A370-0071-360B-6C08-F9E4E3661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05CEC1-0A8F-FA73-5DD2-FD86A2B69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93457-F137-BC08-2ABF-7FBE0386D0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ABEB15-7452-40F3-A417-8F830A40FAAB}" type="datetimeFigureOut">
              <a:rPr lang="en-IN" smtClean="0"/>
              <a:t>24-07-2026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D7C1F-6595-6AD8-B2C6-8502EACD68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D41FF-7903-2431-A475-8B48F69DF0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E06EBE-C77F-4478-9013-76BC76303DA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7680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jpe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232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FEC4BC5-0E11-4980-35E4-17F77C509B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IN" sz="5000">
                <a:solidFill>
                  <a:schemeClr val="bg1"/>
                </a:solidFill>
              </a:rPr>
              <a:t>PYTHON MINI PROJECT</a:t>
            </a:r>
            <a:br>
              <a:rPr lang="en-IN" sz="5000">
                <a:solidFill>
                  <a:schemeClr val="bg1"/>
                </a:solidFill>
              </a:rPr>
            </a:br>
            <a:endParaRPr lang="en-IN" sz="500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53107B-0A1B-D38A-EA73-ED62F4BCC5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>
            <a:normAutofit/>
          </a:bodyPr>
          <a:lstStyle/>
          <a:p>
            <a:pPr algn="l"/>
            <a:r>
              <a:rPr lang="en-IN">
                <a:solidFill>
                  <a:schemeClr val="bg1"/>
                </a:solidFill>
              </a:rPr>
              <a:t>TAWFFEQA U</a:t>
            </a:r>
          </a:p>
        </p:txBody>
      </p:sp>
    </p:spTree>
    <p:extLst>
      <p:ext uri="{BB962C8B-B14F-4D97-AF65-F5344CB8AC3E}">
        <p14:creationId xmlns:p14="http://schemas.microsoft.com/office/powerpoint/2010/main" val="3364978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2A5959-1024-7F9B-3064-A9B729D37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088" y="1641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IN" sz="4000"/>
              <a:t>Project Introduction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ADF79F85-83E1-C2B2-EAA6-6FBB373EFC4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222081" y="1641752"/>
          <a:ext cx="5260975" cy="396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7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35091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D46027-B88F-0CBD-9367-CA388950C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141" y="1450655"/>
            <a:ext cx="3932030" cy="3956690"/>
          </a:xfrm>
        </p:spPr>
        <p:txBody>
          <a:bodyPr anchor="ctr">
            <a:normAutofit/>
          </a:bodyPr>
          <a:lstStyle/>
          <a:p>
            <a:r>
              <a:rPr lang="en-IN" sz="8000">
                <a:solidFill>
                  <a:schemeClr val="bg1"/>
                </a:solidFill>
              </a:rPr>
              <a:t>Dataset Details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67633D1-6EE6-4118-B9F0-B363477BE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14141" y="1450655"/>
            <a:ext cx="393203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AD7FFC6-42A9-49CB-B5E9-B3F6B03833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14141" y="5408571"/>
            <a:ext cx="393203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CA480-CDA9-6341-C5B5-A640B5A55B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108061"/>
            <a:ext cx="5008901" cy="457197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IN" sz="2000" dirty="0">
                <a:solidFill>
                  <a:schemeClr val="bg1"/>
                </a:solidFill>
              </a:rPr>
              <a:t>Dataset Type: </a:t>
            </a:r>
          </a:p>
          <a:p>
            <a:r>
              <a:rPr lang="en-IN" sz="2000" dirty="0">
                <a:solidFill>
                  <a:schemeClr val="bg1"/>
                </a:solidFill>
              </a:rPr>
              <a:t>Sales Data Rows: 20,000</a:t>
            </a:r>
          </a:p>
          <a:p>
            <a:r>
              <a:rPr lang="en-IN" sz="2000" dirty="0">
                <a:solidFill>
                  <a:schemeClr val="bg1"/>
                </a:solidFill>
              </a:rPr>
              <a:t> Columns: 6</a:t>
            </a:r>
          </a:p>
          <a:p>
            <a:r>
              <a:rPr lang="en-IN" sz="2000" dirty="0">
                <a:solidFill>
                  <a:schemeClr val="bg1"/>
                </a:solidFill>
              </a:rPr>
              <a:t>Data Type: Sales </a:t>
            </a:r>
          </a:p>
          <a:p>
            <a:r>
              <a:rPr lang="en-IN" sz="2000" dirty="0">
                <a:solidFill>
                  <a:schemeClr val="bg1"/>
                </a:solidFill>
              </a:rPr>
              <a:t>Data File Format: CSV</a:t>
            </a:r>
          </a:p>
          <a:p>
            <a:endParaRPr lang="en-IN" sz="2000" dirty="0">
              <a:solidFill>
                <a:schemeClr val="bg1"/>
              </a:solidFill>
            </a:endParaRPr>
          </a:p>
          <a:p>
            <a:endParaRPr lang="en-IN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5431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7A75BD-F126-C8EE-7DD1-B0108F282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481B32D-7335-7DF6-2AA1-E432182BA0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6AFA64-3DAF-9193-4EC1-7BF0B338E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056" y="2149752"/>
            <a:ext cx="3527425" cy="4366936"/>
          </a:xfrm>
        </p:spPr>
        <p:txBody>
          <a:bodyPr anchor="t">
            <a:normAutofit/>
          </a:bodyPr>
          <a:lstStyle/>
          <a:p>
            <a:r>
              <a:rPr lang="en-IN" sz="4000" dirty="0"/>
              <a:t>Tools &amp; Libraries</a:t>
            </a:r>
            <a:br>
              <a:rPr lang="en-IN" sz="4000" dirty="0"/>
            </a:br>
            <a:r>
              <a:rPr lang="en-IN" sz="4000" dirty="0"/>
              <a:t> Used</a:t>
            </a:r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F4285FB1-41D3-0EC8-B16A-5B33900F58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0292423"/>
              </p:ext>
            </p:extLst>
          </p:nvPr>
        </p:nvGraphicFramePr>
        <p:xfrm>
          <a:off x="5207001" y="1191810"/>
          <a:ext cx="5260975" cy="396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3018696A-3E39-6D7F-9C09-C5271764AE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AA5CE08-2CE0-9B6B-B56A-172C253F09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2572454-CB87-52C3-4D79-54E750FF29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8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866424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9E1676-43A1-BAC9-5B43-7B203E1FB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46BEE5-7EA3-2E0E-6AC0-C08C549EC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1BB525-0ED3-0F17-F9F5-238DFFD1B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0423" y="2215189"/>
            <a:ext cx="3527425" cy="4366936"/>
          </a:xfrm>
        </p:spPr>
        <p:txBody>
          <a:bodyPr anchor="t">
            <a:normAutofit/>
          </a:bodyPr>
          <a:lstStyle/>
          <a:p>
            <a:r>
              <a:rPr lang="en-IN" sz="4000" dirty="0"/>
              <a:t>Data Cleaning Workflow</a:t>
            </a:r>
            <a:br>
              <a:rPr lang="en-IN" sz="4000" dirty="0"/>
            </a:br>
            <a:r>
              <a:rPr lang="en-IN" sz="4000" dirty="0"/>
              <a:t> 	</a:t>
            </a:r>
            <a:br>
              <a:rPr lang="en-IN" sz="4000" dirty="0"/>
            </a:br>
            <a:endParaRPr lang="en-IN" sz="4000" dirty="0"/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95816598-B959-ACA6-70FC-C0AAC12668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5681084"/>
              </p:ext>
            </p:extLst>
          </p:nvPr>
        </p:nvGraphicFramePr>
        <p:xfrm>
          <a:off x="5222081" y="1641752"/>
          <a:ext cx="5260975" cy="396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EC44F11F-AC6D-A9BD-519D-FAF80DFAE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0B81EF8-9766-372D-1FBC-FCC88B6191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6CF6CFD-896D-4187-7AB9-7E409F043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8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2444A80-64CC-6527-2F1E-F408B11BC524}"/>
              </a:ext>
            </a:extLst>
          </p:cNvPr>
          <p:cNvSpPr txBox="1"/>
          <p:nvPr/>
        </p:nvSpPr>
        <p:spPr>
          <a:xfrm>
            <a:off x="5264197" y="1365877"/>
            <a:ext cx="621482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Load Dataset </a:t>
            </a:r>
          </a:p>
          <a:p>
            <a:pPr algn="ctr"/>
            <a:r>
              <a:rPr lang="en-IN" dirty="0"/>
              <a:t>↓</a:t>
            </a:r>
          </a:p>
          <a:p>
            <a:pPr algn="ctr"/>
            <a:r>
              <a:rPr lang="en-IN" dirty="0"/>
              <a:t> Check Data </a:t>
            </a:r>
          </a:p>
          <a:p>
            <a:pPr algn="ctr"/>
            <a:r>
              <a:rPr lang="en-IN" dirty="0"/>
              <a:t>↓</a:t>
            </a:r>
          </a:p>
          <a:p>
            <a:pPr algn="ctr"/>
            <a:r>
              <a:rPr lang="en-IN" dirty="0"/>
              <a:t> Find Missing Values </a:t>
            </a:r>
          </a:p>
          <a:p>
            <a:pPr algn="ctr"/>
            <a:r>
              <a:rPr lang="en-IN" dirty="0"/>
              <a:t>↓</a:t>
            </a:r>
          </a:p>
          <a:p>
            <a:pPr algn="ctr"/>
            <a:r>
              <a:rPr lang="en-IN" dirty="0"/>
              <a:t> Correct Invalid Values </a:t>
            </a:r>
          </a:p>
          <a:p>
            <a:pPr algn="ctr"/>
            <a:r>
              <a:rPr lang="en-IN" dirty="0"/>
              <a:t>↓</a:t>
            </a:r>
          </a:p>
          <a:p>
            <a:pPr algn="ctr"/>
            <a:r>
              <a:rPr lang="en-IN" dirty="0"/>
              <a:t> Convert Data Types </a:t>
            </a:r>
          </a:p>
          <a:p>
            <a:pPr algn="ctr"/>
            <a:r>
              <a:rPr lang="en-IN" dirty="0"/>
              <a:t>↓ </a:t>
            </a:r>
          </a:p>
          <a:p>
            <a:pPr algn="ctr"/>
            <a:r>
              <a:rPr lang="en-IN" dirty="0"/>
              <a:t>Fill Missing Values </a:t>
            </a:r>
          </a:p>
          <a:p>
            <a:pPr algn="ctr"/>
            <a:r>
              <a:rPr lang="en-IN" dirty="0"/>
              <a:t>↓</a:t>
            </a:r>
          </a:p>
          <a:p>
            <a:pPr algn="ctr"/>
            <a:r>
              <a:rPr lang="en-IN" dirty="0"/>
              <a:t> Final Clean Dataset</a:t>
            </a:r>
          </a:p>
        </p:txBody>
      </p:sp>
    </p:spTree>
    <p:extLst>
      <p:ext uri="{BB962C8B-B14F-4D97-AF65-F5344CB8AC3E}">
        <p14:creationId xmlns:p14="http://schemas.microsoft.com/office/powerpoint/2010/main" val="3804876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208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47F0F3F-432A-138B-A0AE-53D12C3BEE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940"/>
          <a:stretch>
            <a:fillRect/>
          </a:stretch>
        </p:blipFill>
        <p:spPr>
          <a:xfrm>
            <a:off x="6933187" y="1348088"/>
            <a:ext cx="3634674" cy="1269288"/>
          </a:xfrm>
          <a:prstGeom prst="rect">
            <a:avLst/>
          </a:prstGeom>
        </p:spPr>
      </p:pic>
      <p:grpSp>
        <p:nvGrpSpPr>
          <p:cNvPr id="211" name="Group 210">
            <a:extLst>
              <a:ext uri="{FF2B5EF4-FFF2-40B4-BE49-F238E27FC236}">
                <a16:creationId xmlns:a16="http://schemas.microsoft.com/office/drawing/2014/main" id="{134CC3FF-7AA4-46F4-8B24-2F9383D86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275E42E8-8B96-4FF0-9DCC-7E2084C0FD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78FEA8A4-ED0E-429C-884B-1599153B8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5" name="Rectangle 214">
            <a:extLst>
              <a:ext uri="{FF2B5EF4-FFF2-40B4-BE49-F238E27FC236}">
                <a16:creationId xmlns:a16="http://schemas.microsoft.com/office/drawing/2014/main" id="{CAEBFCD5-5356-4326-8D39-8235A46CD7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9256A4-02DF-0937-64C2-D68590D61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584" y="859808"/>
            <a:ext cx="3543197" cy="2878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Import Pandas</a:t>
            </a:r>
          </a:p>
        </p:txBody>
      </p:sp>
      <p:grpSp>
        <p:nvGrpSpPr>
          <p:cNvPr id="217" name="Graphic 4">
            <a:extLst>
              <a:ext uri="{FF2B5EF4-FFF2-40B4-BE49-F238E27FC236}">
                <a16:creationId xmlns:a16="http://schemas.microsoft.com/office/drawing/2014/main" id="{5F2AA49C-5AC0-41C7-BFAF-74B8D8293C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88A750A0-64B5-41B2-B525-A914EB40B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F8216C77-85C1-4BDC-87A8-7E75933205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471AED48-754E-41AC-9ECC-DB25976447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48005417-D297-404F-82A5-8C4393E85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17F942D6-2D0C-4894-81F0-6F81714BA4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4FAD802E-9670-4B80-876B-3FF64D29A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838AF437-0BFB-40E4-ADA0-5749919AA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F8BC9C3D-CBBE-4D29-9DAC-98B3CAF39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7016629-22ED-494E-9205-594895DA9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FF3CC1E-0ED4-4599-9B4E-F057769B9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65A4B3A-F9A7-4FA6-A7F3-EA08E0BA15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783B6A14-A56D-4B95-8395-89CF53A09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49F0868B-B193-43B6-BB1E-1FF72993E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32" name="Graphic 4">
            <a:extLst>
              <a:ext uri="{FF2B5EF4-FFF2-40B4-BE49-F238E27FC236}">
                <a16:creationId xmlns:a16="http://schemas.microsoft.com/office/drawing/2014/main" id="{BB32367D-C4F2-49D5-A586-298C7CA82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E1FF7EE7-ACA2-4BFF-BA75-7FAE93FBB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8647462E-B5E8-4F02-A1E4-BD0380A22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412CE109-6153-414A-B2D6-C4F9C6FA2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AF530F5-D68D-4BC8-8984-F1A8B5DEB6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2EB69747-F9DD-4B80-B488-D5565D0BC6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73AFB787-B8A4-4269-9DA9-FF4A6603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6E682D93-25A6-4D91-9A81-3F247BBEE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9D5F48B5-53B4-4DA8-B929-6AFF50658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8CA195A3-2A74-4D13-A1B8-24765E26B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B98F1918-C39D-4713-AB21-685A94435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3592273-DEE6-42E1-B824-11D5443323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12D6F82B-B619-4D8B-85AE-0E57103BA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6246C574-90D4-412B-9444-203F7C83CD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F47DE39-B115-3B1D-533E-7733EDC294EC}"/>
              </a:ext>
            </a:extLst>
          </p:cNvPr>
          <p:cNvSpPr txBox="1"/>
          <p:nvPr/>
        </p:nvSpPr>
        <p:spPr>
          <a:xfrm>
            <a:off x="6653589" y="3079726"/>
            <a:ext cx="4974771" cy="5534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Explanation :</a:t>
            </a: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Imported the Pandas library for data handling and cleaning.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print("Done") confirms the library was imported successfully. </a:t>
            </a:r>
          </a:p>
        </p:txBody>
      </p:sp>
    </p:spTree>
    <p:extLst>
      <p:ext uri="{BB962C8B-B14F-4D97-AF65-F5344CB8AC3E}">
        <p14:creationId xmlns:p14="http://schemas.microsoft.com/office/powerpoint/2010/main" val="3651093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BFE942-8222-0B64-8FDD-4E7AE84FA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208">
            <a:extLst>
              <a:ext uri="{FF2B5EF4-FFF2-40B4-BE49-F238E27FC236}">
                <a16:creationId xmlns:a16="http://schemas.microsoft.com/office/drawing/2014/main" id="{C510563B-3A26-3047-FB1E-9F26AA1B2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D6DA6E37-2F02-129C-DA52-78026735B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EECE8281-1733-370E-AE00-A1EE6396D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03F0B283-9392-4FB6-7DCE-4026421C64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5" name="Rectangle 214">
            <a:extLst>
              <a:ext uri="{FF2B5EF4-FFF2-40B4-BE49-F238E27FC236}">
                <a16:creationId xmlns:a16="http://schemas.microsoft.com/office/drawing/2014/main" id="{11BB1760-5DE1-0324-936C-73977904D1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AB604F-0468-1FB7-86A1-3C6B58D84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584" y="859808"/>
            <a:ext cx="3543197" cy="2878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grpSp>
        <p:nvGrpSpPr>
          <p:cNvPr id="217" name="Graphic 4">
            <a:extLst>
              <a:ext uri="{FF2B5EF4-FFF2-40B4-BE49-F238E27FC236}">
                <a16:creationId xmlns:a16="http://schemas.microsoft.com/office/drawing/2014/main" id="{B63AD4D2-9E67-F100-25B3-89A95CD0C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FAAC18B2-41F1-000B-1D77-9BA43F2F5E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B637D0E8-7BCD-643C-CAB2-BB86825D00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51E1791-8763-9AFD-B742-A07F73E28B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6F1C02D-3446-DC75-D145-F538762B42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46962649-8932-7BB5-C0EC-3AEA247D18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FA1D95C-2214-0156-F48B-EC605E5AC0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6FA8D438-27FD-1868-222E-985437D73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9A707BBD-04AB-DF6F-029B-AF23A6FCD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1641910B-598B-1C22-46B5-465C171F72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FCD94658-DD03-26B1-BC9D-FE560E9BDB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2A68F283-4671-173D-7641-4F0A5BB578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3367AFE3-A494-281F-76FF-760263D619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E73F50BA-366D-123F-5264-2DB0FF533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32" name="Graphic 4">
            <a:extLst>
              <a:ext uri="{FF2B5EF4-FFF2-40B4-BE49-F238E27FC236}">
                <a16:creationId xmlns:a16="http://schemas.microsoft.com/office/drawing/2014/main" id="{1B4CAF2B-0263-7843-5B05-961583C28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4256484-89D1-EB53-7240-6C65F376A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8D9D265F-9324-C28B-194A-3A0D9E0DF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CB3D8BDB-73B1-761D-2D4A-9D6DA7007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97B042-1296-1D58-A726-AB5C1CE77A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84C8DD25-C96A-F00B-332A-3DF88BE96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2AE7B9BA-C6C7-71AB-18E9-A5DD5B7D7D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15415177-4A07-17A1-E7A2-5FA806BF09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9D4DC8D3-B6B7-9ED1-6C1B-A91392860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2DA74949-8F56-D412-443A-34B8B751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C6E5AAB3-284D-F442-6B84-57A1CC612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FDDFA772-5FE4-1C9B-9F59-EBC7F2403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A7DD52F4-7263-7F18-58DD-130A00D4DF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7F6F69F8-FEA9-2C1B-DA5F-41EF31265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AA8115E-0457-3EF9-5607-A4E3DA03B44E}"/>
              </a:ext>
            </a:extLst>
          </p:cNvPr>
          <p:cNvSpPr txBox="1"/>
          <p:nvPr/>
        </p:nvSpPr>
        <p:spPr>
          <a:xfrm>
            <a:off x="695315" y="4510428"/>
            <a:ext cx="4974771" cy="5534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Explanation :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Loaded the sales dataset using </a:t>
            </a:r>
            <a:r>
              <a:rPr lang="en-US" sz="1600" dirty="0" err="1">
                <a:solidFill>
                  <a:schemeClr val="bg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pd.read_csv</a:t>
            </a:r>
            <a:r>
              <a:rPr lang="en-US" sz="1600" dirty="0">
                <a:solidFill>
                  <a:schemeClr val="bg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(). </a:t>
            </a:r>
          </a:p>
          <a:p>
            <a:pPr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Stored it in the variable </a:t>
            </a:r>
            <a:r>
              <a:rPr lang="en-US" sz="1600" dirty="0" err="1">
                <a:solidFill>
                  <a:schemeClr val="bg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</a:t>
            </a: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0863D8-EA70-84C0-F87C-977DF84F0DCB}"/>
              </a:ext>
            </a:extLst>
          </p:cNvPr>
          <p:cNvSpPr txBox="1"/>
          <p:nvPr/>
        </p:nvSpPr>
        <p:spPr>
          <a:xfrm>
            <a:off x="1362458" y="1637581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Load the</a:t>
            </a:r>
          </a:p>
          <a:p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Dataset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BD7F72-8745-4D50-7BBF-F2EE24A51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131" y="1562476"/>
            <a:ext cx="4095487" cy="3338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972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62F049-72B0-1614-9B26-31F3027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208">
            <a:extLst>
              <a:ext uri="{FF2B5EF4-FFF2-40B4-BE49-F238E27FC236}">
                <a16:creationId xmlns:a16="http://schemas.microsoft.com/office/drawing/2014/main" id="{F8BA6D36-A0B4-6C7B-8145-6CAFBC166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CB84B396-C7C5-614D-D441-58CA21A2E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1EF6A5A6-A4B1-D6EF-3ED8-76FDFBAAAF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2656B4C6-9688-E217-5383-99F2EA17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5" name="Rectangle 214">
            <a:extLst>
              <a:ext uri="{FF2B5EF4-FFF2-40B4-BE49-F238E27FC236}">
                <a16:creationId xmlns:a16="http://schemas.microsoft.com/office/drawing/2014/main" id="{71D89F41-0376-45BF-A7E9-BDBBAB52CE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BB3677-F424-5497-EB9E-1DB4CCE61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982" y="1076291"/>
            <a:ext cx="3543197" cy="2878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IN" dirty="0">
                <a:solidFill>
                  <a:schemeClr val="bg1"/>
                </a:solidFill>
              </a:rPr>
              <a:t>Dataset</a:t>
            </a:r>
            <a:br>
              <a:rPr lang="en-IN" dirty="0">
                <a:solidFill>
                  <a:schemeClr val="bg1"/>
                </a:solidFill>
              </a:rPr>
            </a:br>
            <a:r>
              <a:rPr lang="en-IN" dirty="0">
                <a:solidFill>
                  <a:schemeClr val="bg1"/>
                </a:solidFill>
              </a:rPr>
              <a:t> Info</a:t>
            </a:r>
            <a:br>
              <a:rPr lang="en-IN" dirty="0">
                <a:solidFill>
                  <a:schemeClr val="bg1"/>
                </a:solidFill>
              </a:rPr>
            </a:br>
            <a:endParaRPr lang="en-US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217" name="Graphic 4">
            <a:extLst>
              <a:ext uri="{FF2B5EF4-FFF2-40B4-BE49-F238E27FC236}">
                <a16:creationId xmlns:a16="http://schemas.microsoft.com/office/drawing/2014/main" id="{252B7766-52BC-FC38-B046-E2CBC4F0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6EF00357-3D6C-EC96-26D6-60BCD4EF9F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A3ADC6AE-CC4F-7F9C-BD25-782050B20A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85011762-25D0-C2C5-E946-DE2731FE2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86CC1A4F-EECD-3DA2-FAF5-0E48E53DF8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7B45276B-3A62-66AE-A3B9-EE1DD77FA1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CF2E942-D330-3CD3-68E6-BBEABA762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BF5D101-3948-AB9F-ECA1-24306E998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DC1F901E-30B0-6B4A-5A55-2A1AFC5816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5FAC4D0A-379A-4698-3D98-B9D0149E47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71C09FE1-0510-62E8-C07A-9D7633499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50AED864-EA14-5372-D231-91DB72E832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8017CB6B-9EBF-D0A7-5331-B64807C567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01148C71-44A1-03AD-5910-8CF2157623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32" name="Graphic 4">
            <a:extLst>
              <a:ext uri="{FF2B5EF4-FFF2-40B4-BE49-F238E27FC236}">
                <a16:creationId xmlns:a16="http://schemas.microsoft.com/office/drawing/2014/main" id="{DC47B39B-BB63-2AF9-32B1-10498B7D5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43D91823-BD7A-F29D-B7E5-69BCA2D43A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9A9754C-8B83-BB84-D61A-984110E708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176A0560-4AD7-EC5B-4035-DB2272FF5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8973D33-D2F7-ADD2-4898-302B6FC37F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E0FF5C73-FE94-4429-2BEE-CC0E3E651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7B5EDE2F-33A0-32C0-9731-CB4DE3479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6B1DEB84-B824-BF1B-152E-D8CBF94F2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478F7C2E-5ED6-7C79-0BB5-94ABD2EB15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4A797F5A-FA69-A60D-9AF7-2F2B87A162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B4659C47-01D4-3B77-2681-54BBE95CE6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0487CC2C-FC1A-BB2E-FB3C-F9E745496A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43CAD411-29C0-6E25-E12C-09A2FBF85A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EC3612C6-5B61-1055-BA98-999C303E73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70BCC69-744B-B5CC-9B06-5F01FCB0C8AB}"/>
              </a:ext>
            </a:extLst>
          </p:cNvPr>
          <p:cNvSpPr txBox="1"/>
          <p:nvPr/>
        </p:nvSpPr>
        <p:spPr>
          <a:xfrm>
            <a:off x="1137695" y="4461453"/>
            <a:ext cx="4974771" cy="5534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Explanation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sd.shape</a:t>
            </a:r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Checks dataset size (rows &amp; columns).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sd.dtypes</a:t>
            </a:r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Checks column data types.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sd.duplicated</a:t>
            </a:r>
            <a:r>
              <a:rPr lang="en-IN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().sum()</a:t>
            </a:r>
            <a:endParaRPr lang="en-IN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Counts duplicate rows.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F4DD18-0748-F1A7-2DA5-08ADD5238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825" y="1207119"/>
            <a:ext cx="4630480" cy="3977737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5901FF-FF76-A9F8-6553-7AF2AB9BA34E}"/>
              </a:ext>
            </a:extLst>
          </p:cNvPr>
          <p:cNvSpPr txBox="1"/>
          <p:nvPr/>
        </p:nvSpPr>
        <p:spPr>
          <a:xfrm>
            <a:off x="797635" y="1673143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5710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7194AD-5DFF-4877-4B8B-7427482E3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208">
            <a:extLst>
              <a:ext uri="{FF2B5EF4-FFF2-40B4-BE49-F238E27FC236}">
                <a16:creationId xmlns:a16="http://schemas.microsoft.com/office/drawing/2014/main" id="{0BC4C142-00EC-7DC2-FA40-643DB2556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E37E54D3-23F0-835E-8D00-10DF491CC7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99DA88F1-EB63-9B81-E5F8-8ADD51377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1C898D59-1D1C-2732-7922-C61B04C230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C32DF66-8131-A584-6705-56C92E3ABA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180ABE-A3E0-C940-3BC2-BF9A77F5D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584" y="859808"/>
            <a:ext cx="3543197" cy="2878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grpSp>
        <p:nvGrpSpPr>
          <p:cNvPr id="217" name="Graphic 4">
            <a:extLst>
              <a:ext uri="{FF2B5EF4-FFF2-40B4-BE49-F238E27FC236}">
                <a16:creationId xmlns:a16="http://schemas.microsoft.com/office/drawing/2014/main" id="{70C5E410-35C1-CB7E-A1CD-9FD3D3954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4295F91B-FF65-D38E-812B-E5840A1490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17C63021-C7B6-7251-F3FA-37CA72F8A7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CCBD40E4-6F2F-C43A-8735-C802ECA0B7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E32C83FD-4739-5D86-D1A2-2895351C18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0FE2000B-C9D6-8FC1-BD59-12C2AD0F68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5AB9FA3-857C-F9F2-439C-7A2464FDA8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64C25EB4-6E8F-25D1-BDBD-6CE500A75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B99A0DD-1656-A32F-CF2A-8A4B16007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41616D76-80D7-A0D8-806D-5D93BD2917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4B345FE6-7018-6D85-AD8A-ADCCFCD3BC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434B83AA-7001-EB1B-07C1-73D639CCC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12AEAD7-9DE6-4D0B-B3AB-9882FA804F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821946CA-7868-CD69-59E8-F050673DC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32" name="Graphic 4">
            <a:extLst>
              <a:ext uri="{FF2B5EF4-FFF2-40B4-BE49-F238E27FC236}">
                <a16:creationId xmlns:a16="http://schemas.microsoft.com/office/drawing/2014/main" id="{2A0CE36C-3C76-7B46-C49B-50B340A40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8F32EB6A-D197-4B14-1BE8-E7ABA44CD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F8D2C02A-8F4C-8D8A-E505-B325FA13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5A05A21E-EF1F-77F1-6880-B987223AB7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E92DF671-D34E-2234-E6FA-8DAE899853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DB022714-E01F-34BB-1F18-DEE639F357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1A87E15-400B-9486-4019-878AF5FCD9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C49DC129-8A21-FA11-01D2-CB25A9127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1F3CF4D3-F1D2-70F5-E9C5-49DEEB911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6D648FDF-631B-F6D3-7945-9E911FE98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2D9619FC-E793-DA4E-DD72-2150457C7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0D9EDB21-9323-D177-78C6-5C3A93A86F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BEFE0C7F-6030-CE14-9F98-A6F543C27B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C6128E5E-C052-45EC-38CE-2E829CF246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2A1C40A-8ED0-5FD9-772A-5037C1CB4B0A}"/>
              </a:ext>
            </a:extLst>
          </p:cNvPr>
          <p:cNvSpPr txBox="1"/>
          <p:nvPr/>
        </p:nvSpPr>
        <p:spPr>
          <a:xfrm>
            <a:off x="1350053" y="4264993"/>
            <a:ext cx="4974771" cy="5534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68F752-8231-E0BE-F432-7DBCDB479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1407" y="859808"/>
            <a:ext cx="4743402" cy="52109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74644B-ADBC-5D67-731F-ABA475A21AA6}"/>
              </a:ext>
            </a:extLst>
          </p:cNvPr>
          <p:cNvSpPr txBox="1"/>
          <p:nvPr/>
        </p:nvSpPr>
        <p:spPr>
          <a:xfrm>
            <a:off x="1019544" y="905580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chemeClr val="bg1"/>
                </a:solidFill>
                <a:latin typeface="+mj-lt"/>
              </a:rPr>
              <a:t>Checking null and</a:t>
            </a:r>
          </a:p>
          <a:p>
            <a:r>
              <a:rPr lang="en-IN" sz="2800" b="1" dirty="0">
                <a:solidFill>
                  <a:schemeClr val="bg1"/>
                </a:solidFill>
                <a:latin typeface="+mj-lt"/>
              </a:rPr>
              <a:t>Wrong Values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B15E70-187A-6942-236A-931D70B68EE5}"/>
              </a:ext>
            </a:extLst>
          </p:cNvPr>
          <p:cNvSpPr txBox="1"/>
          <p:nvPr/>
        </p:nvSpPr>
        <p:spPr>
          <a:xfrm>
            <a:off x="1019544" y="2224760"/>
            <a:ext cx="609600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Identified missing values in</a:t>
            </a:r>
          </a:p>
          <a:p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each column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counting null and Unknown </a:t>
            </a:r>
          </a:p>
          <a:p>
            <a:r>
              <a:rPr lang="en-I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values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8396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17A0D0-178B-437C-494B-89693D26F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208">
            <a:extLst>
              <a:ext uri="{FF2B5EF4-FFF2-40B4-BE49-F238E27FC236}">
                <a16:creationId xmlns:a16="http://schemas.microsoft.com/office/drawing/2014/main" id="{135CCDDA-D18E-F906-64F9-C1E2F952F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17D02E0B-B9BA-F06A-A286-C7D6ED0B50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5511" y="805742"/>
            <a:ext cx="3647770" cy="3193211"/>
            <a:chOff x="1674895" y="1345036"/>
            <a:chExt cx="5428610" cy="4210939"/>
          </a:xfrm>
        </p:grpSpPr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246D7A3A-3AFF-500F-5F77-80E3D1E05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F656C416-0113-C126-E21D-87B6C451E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895" y="1345036"/>
              <a:ext cx="5428610" cy="4210939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5" name="Rectangle 214">
            <a:extLst>
              <a:ext uri="{FF2B5EF4-FFF2-40B4-BE49-F238E27FC236}">
                <a16:creationId xmlns:a16="http://schemas.microsoft.com/office/drawing/2014/main" id="{D5AE85F2-5C34-9A1D-C58F-50484C9C6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315" y="685805"/>
            <a:ext cx="3624947" cy="3193211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06AA14-9501-9C7A-8417-88B5468A9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584" y="859808"/>
            <a:ext cx="3543197" cy="287898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grpSp>
        <p:nvGrpSpPr>
          <p:cNvPr id="217" name="Graphic 4">
            <a:extLst>
              <a:ext uri="{FF2B5EF4-FFF2-40B4-BE49-F238E27FC236}">
                <a16:creationId xmlns:a16="http://schemas.microsoft.com/office/drawing/2014/main" id="{7E091324-38E8-0110-219B-98533F619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rgbClr val="FFFFFF"/>
          </a:solidFill>
        </p:grpSpPr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6B02EBA3-6CEA-EC05-301E-10075F56C9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ABD99FD-AC9A-048F-C6AF-11FA8B734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0EBC6D53-503D-8BF5-197E-CED93987A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7BEE8D4B-A8D9-B83A-B8BC-CAFE3B768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1E1E85E-233D-B0C5-F79F-5491B15E07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0CE294D5-5706-4282-147B-2B4FC4D695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FB90BF9D-D004-16A9-B03E-93D3159F65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A78093F6-973B-7976-01B5-57444C69E9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3F6C99D-2EF7-B24B-8486-F08EFB833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2F414B92-821D-5111-3063-38CC941C5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3560F9B6-4583-B58D-DE8A-73E7FB001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20CDF1C-10B1-5526-DCFB-31CBFF249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B4C69B9D-EDDF-2478-F93C-33F10B95B5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32" name="Graphic 4">
            <a:extLst>
              <a:ext uri="{FF2B5EF4-FFF2-40B4-BE49-F238E27FC236}">
                <a16:creationId xmlns:a16="http://schemas.microsoft.com/office/drawing/2014/main" id="{AC5D696F-A6FA-9270-D562-5C8C77129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89048" y="2335801"/>
            <a:ext cx="849365" cy="849366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58AA3AF-268D-9635-2F9B-BB3EF6E57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AD3120C4-F2BA-8C86-0D05-679804B142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E908F00C-2416-E203-77F8-938635F3F4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999C793A-9AA5-03A7-0274-7BD2479CE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94C818B9-3AD6-B22D-527B-2B62FC9439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93B66A2-851E-B790-DC2C-485EA29B6F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B956AB4A-8E19-DBDB-486D-36A9C3DD1E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C856FE0A-4F97-6159-15C0-4CF773E91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F7695DC0-0F6A-6526-D811-BE8810E93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6572C692-5B84-8221-E93A-24F501695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512B74E7-734B-7217-2F20-81F7F6178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C3C44F6C-AF22-7270-7DFB-EFEA9BC2DF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98944F6E-6AD1-D424-5193-37C9AA705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F77460D-452B-BCE7-3660-A6F4CB268918}"/>
              </a:ext>
            </a:extLst>
          </p:cNvPr>
          <p:cNvSpPr txBox="1"/>
          <p:nvPr/>
        </p:nvSpPr>
        <p:spPr>
          <a:xfrm>
            <a:off x="850484" y="1323981"/>
            <a:ext cx="4974771" cy="55340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Found UNKNOWN values in the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IN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</a:t>
            </a:r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column. 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Replaced them with the </a:t>
            </a:r>
            <a:r>
              <a:rPr lang="en-IN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IN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frequent product  by (mode)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IN" b="1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IN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55AF1B-F232-920B-BC0B-99268BF64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9878" y="2224315"/>
            <a:ext cx="3559743" cy="24093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918F9A-AEEC-A79A-7A5C-297D09346E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2581" y="1631671"/>
            <a:ext cx="3133908" cy="40010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44375C-4873-541E-B68C-94F28770376E}"/>
              </a:ext>
            </a:extLst>
          </p:cNvPr>
          <p:cNvSpPr txBox="1"/>
          <p:nvPr/>
        </p:nvSpPr>
        <p:spPr>
          <a:xfrm>
            <a:off x="8653218" y="1053653"/>
            <a:ext cx="6096000" cy="34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IN" sz="1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After replacing values</a:t>
            </a:r>
            <a:endParaRPr lang="en-US" sz="18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5319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4CFA94-8E19-F36E-D588-8E6580AE2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C6D09588-9668-4D38-8AD4-C27CF2B2D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5140E-C51D-9AF4-932B-AA3D1EF09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D04412-7AF2-DDEF-D2C9-80E64D173499}"/>
              </a:ext>
            </a:extLst>
          </p:cNvPr>
          <p:cNvSpPr txBox="1"/>
          <p:nvPr/>
        </p:nvSpPr>
        <p:spPr>
          <a:xfrm>
            <a:off x="2274117" y="690768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0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Replacing wrong and   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000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null values  with 0</a:t>
            </a:r>
            <a:r>
              <a:rPr lang="en-IN" sz="2000" dirty="0">
                <a:solidFill>
                  <a:schemeClr val="tx1">
                    <a:alpha val="80000"/>
                  </a:schemeClr>
                </a:solidFill>
              </a:rPr>
              <a:t>                                                        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000" b="1" dirty="0">
                <a:solidFill>
                  <a:schemeClr val="tx1">
                    <a:alpha val="80000"/>
                  </a:schemeClr>
                </a:solidFill>
              </a:rPr>
              <a:t>                                                                                               </a:t>
            </a:r>
            <a:r>
              <a:rPr lang="en-IN" sz="2400" b="1" dirty="0">
                <a:solidFill>
                  <a:schemeClr val="tx1">
                    <a:alpha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 after replaced </a:t>
            </a:r>
            <a:endParaRPr lang="en-US" sz="2400" dirty="0">
              <a:solidFill>
                <a:schemeClr val="tx1">
                  <a:alpha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95A28492-272D-4814-AE2C-61575C989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4F778866-9933-4309-8E11-F83DDDBB1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6D21D106-ABCB-4A50-84B3-D35C3B2B67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65E4ED97-1207-4104-A25F-8791916BF24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024CB190-EFCD-4B40-9CDD-E3C0EB4B3C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C643F40-9326-1BBC-3845-0C85EBF11D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987" y="1856635"/>
            <a:ext cx="3266730" cy="27494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799C55-D6EA-6818-7660-D42611DEF3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2816" y="2328588"/>
            <a:ext cx="1912287" cy="178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1342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2F0B47-89E5-AC07-A3B0-5557C6AC2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631B0163-674F-B41F-6B5C-6374FFA26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269E86-CCB0-15D3-B359-741DCDDEC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0DEF24-CAC1-F6E3-5CF2-9514F275E216}"/>
              </a:ext>
            </a:extLst>
          </p:cNvPr>
          <p:cNvSpPr txBox="1"/>
          <p:nvPr/>
        </p:nvSpPr>
        <p:spPr>
          <a:xfrm>
            <a:off x="1824100" y="616959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dirty="0"/>
              <a:t>Standardizing City Names</a:t>
            </a:r>
            <a:endParaRPr lang="en-IN" sz="2400" b="1" dirty="0">
              <a:solidFill>
                <a:schemeClr val="tx1">
                  <a:alpha val="80000"/>
                </a:schemeClr>
              </a:solidFill>
            </a:endParaRP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endParaRPr lang="en-IN" sz="2400" b="1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4AD7D3B7-8B56-9258-241C-F0765D6D5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A4765878-2300-E508-8045-75E6A4247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4A6B8D88-5E01-35B7-C298-F502665D4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A58B1C5C-0A6E-273A-DE05-29F5A5874B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080CD523-C91A-6FD5-9663-D779F73BB5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CB23A345-E043-9F72-E54A-494BDE32F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172" y="1410108"/>
            <a:ext cx="3938839" cy="35914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A832ED-5819-C951-6257-7E907F98EA5E}"/>
              </a:ext>
            </a:extLst>
          </p:cNvPr>
          <p:cNvSpPr txBox="1"/>
          <p:nvPr/>
        </p:nvSpPr>
        <p:spPr>
          <a:xfrm>
            <a:off x="6271188" y="2497076"/>
            <a:ext cx="628837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unique city names using unique().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extra spaces using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str.strip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Corrected inconsistent city names (e.g.,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chennai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Chennai, </a:t>
            </a:r>
          </a:p>
          <a:p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Madrai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Madurai).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Verified the updated city names using unique().</a:t>
            </a:r>
          </a:p>
        </p:txBody>
      </p:sp>
    </p:spTree>
    <p:extLst>
      <p:ext uri="{BB962C8B-B14F-4D97-AF65-F5344CB8AC3E}">
        <p14:creationId xmlns:p14="http://schemas.microsoft.com/office/powerpoint/2010/main" val="14720587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5823CA-348F-C9AB-B350-B123BFDAB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AEC9BA9A-6F69-8F43-C3CC-760C8C7D4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27B3B8-4212-E7FC-D879-CD1C8824F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C02C7-77CC-1183-A84D-FBF9EB72A0DF}"/>
              </a:ext>
            </a:extLst>
          </p:cNvPr>
          <p:cNvSpPr txBox="1"/>
          <p:nvPr/>
        </p:nvSpPr>
        <p:spPr>
          <a:xfrm>
            <a:off x="1676397" y="1036037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IN" sz="2400" dirty="0"/>
              <a:t>Handling Missing Values in City</a:t>
            </a:r>
            <a:endParaRPr lang="en-IN" sz="2400" b="1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25F096E8-1E6B-BD52-6F02-8E10F7CBB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013B57CE-4595-E261-D4E1-251AF006F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B5405109-5CC3-0912-C4D6-385E6C3E2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2439D5EA-15B5-AFC0-3D9C-A21F3188D6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E27FF368-9DDA-9DE6-C5BF-701A21EB90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7678C388-4C2A-356A-E7D4-8D19A964F9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6515" y="2084431"/>
            <a:ext cx="3251200" cy="27488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B8FF11-6728-C925-78E4-234A86B541CF}"/>
              </a:ext>
            </a:extLst>
          </p:cNvPr>
          <p:cNvSpPr txBox="1"/>
          <p:nvPr/>
        </p:nvSpPr>
        <p:spPr>
          <a:xfrm>
            <a:off x="6096000" y="2993533"/>
            <a:ext cx="62883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Found the mode of the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City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Filled missing city values using the mode.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Verified that no missing values remained.</a:t>
            </a:r>
          </a:p>
        </p:txBody>
      </p:sp>
    </p:spTree>
    <p:extLst>
      <p:ext uri="{BB962C8B-B14F-4D97-AF65-F5344CB8AC3E}">
        <p14:creationId xmlns:p14="http://schemas.microsoft.com/office/powerpoint/2010/main" val="8702997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8D088-CA3E-8DFA-4D3C-D688ED17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DC824441-9ADB-20F5-2553-E30EAC100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E8D04-D74C-9A5C-CF9F-9996ED887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5F1B7-6780-3D73-47B4-E247429603CB}"/>
              </a:ext>
            </a:extLst>
          </p:cNvPr>
          <p:cNvSpPr txBox="1"/>
          <p:nvPr/>
        </p:nvSpPr>
        <p:spPr>
          <a:xfrm>
            <a:off x="1444168" y="842160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IN" sz="2400" dirty="0"/>
              <a:t>Cleaning the Quantity Column</a:t>
            </a: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75FF9E53-E85B-878B-5FC0-86BB7A7C2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F845AE26-F3CD-7088-8383-E5D3015EE4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114F375C-F2A9-4F23-E580-EC74F4ADEC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2D28F946-E480-58C0-5EF7-B1C06B72E2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370BF9-9877-2686-F37A-39B3E54D28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3C7D52F-2CF0-8754-7D3D-18681B874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1824" y="1810942"/>
            <a:ext cx="3181794" cy="33627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898A1C-7565-F2D8-CFC0-FCD9415F60B6}"/>
              </a:ext>
            </a:extLst>
          </p:cNvPr>
          <p:cNvSpPr txBox="1"/>
          <p:nvPr/>
        </p:nvSpPr>
        <p:spPr>
          <a:xfrm>
            <a:off x="6117789" y="2890391"/>
            <a:ext cx="62883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unique values in the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Quantity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Replaced invalid text values (e.g., five → 5).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the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Quantity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 to integer datatype.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Verified the cleaned values.</a:t>
            </a:r>
          </a:p>
        </p:txBody>
      </p:sp>
    </p:spTree>
    <p:extLst>
      <p:ext uri="{BB962C8B-B14F-4D97-AF65-F5344CB8AC3E}">
        <p14:creationId xmlns:p14="http://schemas.microsoft.com/office/powerpoint/2010/main" val="31534080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958F86-8E61-8FA6-D07F-3A7E3F71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CE28DFA6-3E6B-75C2-AC20-37A213634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09F11C-FA4C-9FF1-F3DF-FB9364AAC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4F829-ABB8-D5E4-2E08-9634980647B6}"/>
              </a:ext>
            </a:extLst>
          </p:cNvPr>
          <p:cNvSpPr txBox="1"/>
          <p:nvPr/>
        </p:nvSpPr>
        <p:spPr>
          <a:xfrm>
            <a:off x="1403183" y="933081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IN" sz="2400" dirty="0"/>
              <a:t>Handling Negative and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dirty="0"/>
              <a:t> Missing Values</a:t>
            </a: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64062E98-9288-61FA-F988-A19552B7E8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5FDD3554-1D8C-A60D-BB15-AEF2770022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D1C67142-A0C0-5BAF-0B03-D8757DE81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D4DA878A-895C-D4E8-D801-BD35BE07AA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A76EB766-2FFE-A693-39D2-91A9E22744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0A46940-858C-D753-813D-CC2B592FF6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183" y="2160231"/>
            <a:ext cx="3296109" cy="13527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119448-DDA8-2029-AA9C-0BE54772ADBA}"/>
              </a:ext>
            </a:extLst>
          </p:cNvPr>
          <p:cNvSpPr txBox="1"/>
          <p:nvPr/>
        </p:nvSpPr>
        <p:spPr>
          <a:xfrm>
            <a:off x="6117789" y="2927666"/>
            <a:ext cx="62883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negative values to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the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median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the Quantity column.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Replaced missing and 0 values with the median.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Verified the cleaned Quantity values.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0CB9B9-BED5-B70E-8A7B-569B7E9B2E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183" y="3952812"/>
            <a:ext cx="3296110" cy="1562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429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672D25-643D-4FDF-BE8A-2F5A1790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543EEEE1-90D7-A19F-C8F1-26E6ECF86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055E33-4041-241E-CC98-8DA01F28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386" y="1561607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46C867-9431-7DFD-50DD-1B89A3174BD9}"/>
              </a:ext>
            </a:extLst>
          </p:cNvPr>
          <p:cNvSpPr txBox="1"/>
          <p:nvPr/>
        </p:nvSpPr>
        <p:spPr>
          <a:xfrm>
            <a:off x="1564047" y="715084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IN" sz="2400" dirty="0"/>
              <a:t>Cleaning the Unit Price Column</a:t>
            </a: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AF497081-5B11-E6A7-B255-B1D948A3F4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42F4533C-0CE7-642E-AE16-919F116CC4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1FF07CB9-1680-C9D7-BC33-F69CE0DA63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B07C47B1-47FB-2146-F293-B2AA88F487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56D3447E-07F0-BEF2-3FB4-87AE1020B1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88782A85-993F-5018-EEEE-AAFC2BB95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347" y="1392372"/>
            <a:ext cx="4707141" cy="2295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F3014B7-1FF5-E8D0-C9A7-128B83908E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875" y="796376"/>
            <a:ext cx="3639058" cy="45631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1971FF-1D1C-BEA1-0469-74587FC40711}"/>
              </a:ext>
            </a:extLst>
          </p:cNvPr>
          <p:cNvSpPr txBox="1"/>
          <p:nvPr/>
        </p:nvSpPr>
        <p:spPr>
          <a:xfrm>
            <a:off x="1355394" y="3899705"/>
            <a:ext cx="628837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unique values in the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Unit_Price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Replaced invalid values (</a:t>
            </a:r>
            <a:r>
              <a:rPr lang="en-IN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with 0.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the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Unit_Price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 to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datatype.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for negative values.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the mean of the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Unit_Price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Replaced missing and 0 values with the mean. </a:t>
            </a:r>
          </a:p>
        </p:txBody>
      </p:sp>
    </p:spTree>
    <p:extLst>
      <p:ext uri="{BB962C8B-B14F-4D97-AF65-F5344CB8AC3E}">
        <p14:creationId xmlns:p14="http://schemas.microsoft.com/office/powerpoint/2010/main" val="23980327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9D324-D9C2-3E5E-92D0-3C22D7F6B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1E39D402-FCF4-70C4-15EF-EA7AAD4D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0A0A03-9356-43F6-FF30-DA4CBABB9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92C7FB-1AC0-5AE9-8750-EB44780AF477}"/>
              </a:ext>
            </a:extLst>
          </p:cNvPr>
          <p:cNvSpPr txBox="1"/>
          <p:nvPr/>
        </p:nvSpPr>
        <p:spPr>
          <a:xfrm>
            <a:off x="1676397" y="657630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IN" sz="2400" dirty="0"/>
              <a:t>Cleaning the Total Amount Column</a:t>
            </a: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6014D824-159E-63A0-504F-630E7FCC0C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2D28810-824F-AE22-3E2A-DE659F5B5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06B6CACE-BFAE-6E50-DBC6-21C682C4B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0D71FC2C-AF6F-4325-DA9E-C4C6C51A36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CDC2CF77-9E6D-4D1E-84CE-48D5B036C1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B956BFE-DFE4-11B0-E145-7245AFCD9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451" y="1734680"/>
            <a:ext cx="2896004" cy="16004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33FEC1-1CD1-FDE2-B837-C3700BA7C6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830" y="3952812"/>
            <a:ext cx="4505954" cy="12860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CF4304-B305-1AE0-C8DE-161B1881F097}"/>
              </a:ext>
            </a:extLst>
          </p:cNvPr>
          <p:cNvSpPr txBox="1"/>
          <p:nvPr/>
        </p:nvSpPr>
        <p:spPr>
          <a:xfrm>
            <a:off x="5805197" y="2668853"/>
            <a:ext cx="62883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the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Total_Amount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 to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datatype. Calculated the mean of the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Total_Amount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column.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Replaced missing and 0 values using 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Quantity ×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Unit_Price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Verified that no missing values remained.</a:t>
            </a:r>
          </a:p>
        </p:txBody>
      </p:sp>
    </p:spTree>
    <p:extLst>
      <p:ext uri="{BB962C8B-B14F-4D97-AF65-F5344CB8AC3E}">
        <p14:creationId xmlns:p14="http://schemas.microsoft.com/office/powerpoint/2010/main" val="26235267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2D116-695A-38C2-DBC6-5FB21A6E9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BD0CA4F0-7152-F58D-8F15-7C8D33934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336643-1B70-B1E3-0FE3-5C72DC94F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397" y="1440454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5FE5C9-95B5-9949-5E68-8CAFF50AF293}"/>
              </a:ext>
            </a:extLst>
          </p:cNvPr>
          <p:cNvSpPr txBox="1"/>
          <p:nvPr/>
        </p:nvSpPr>
        <p:spPr>
          <a:xfrm>
            <a:off x="3754574" y="1536743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IN" sz="2400" dirty="0"/>
              <a:t>Saving the Cleaned Dataset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9D889815-7D8E-0358-23A3-DC45938A3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7DCA40B8-DEE0-45E7-F526-ABCC27C79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C95109B3-F219-3F19-0D14-A72119F04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D4666B51-A023-196F-4243-3EF321729B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BFD387FB-D170-9D2F-A34F-4273A3486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91C3998-B0E9-EF30-5C80-B8DDFA7631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6390" y="2763893"/>
            <a:ext cx="4658571" cy="5847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525D31-5172-0A01-EFB0-D528D63E8CF9}"/>
              </a:ext>
            </a:extLst>
          </p:cNvPr>
          <p:cNvSpPr txBox="1"/>
          <p:nvPr/>
        </p:nvSpPr>
        <p:spPr>
          <a:xfrm>
            <a:off x="3320659" y="4008248"/>
            <a:ext cx="6444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Saved the cleaned dataset as a new CSV file.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index=False prevents row index numbers from being saved.</a:t>
            </a:r>
          </a:p>
        </p:txBody>
      </p:sp>
    </p:spTree>
    <p:extLst>
      <p:ext uri="{BB962C8B-B14F-4D97-AF65-F5344CB8AC3E}">
        <p14:creationId xmlns:p14="http://schemas.microsoft.com/office/powerpoint/2010/main" val="2920973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AD8116-4811-0A33-E603-7E4519ED7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1285D7F8-EE6F-7A40-2CFC-8FE637FFE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172194-F8F1-9E5B-F5FB-4629168D3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2C55A1-2E61-01BA-2EE6-8028BC1E5BB4}"/>
              </a:ext>
            </a:extLst>
          </p:cNvPr>
          <p:cNvSpPr txBox="1"/>
          <p:nvPr/>
        </p:nvSpPr>
        <p:spPr>
          <a:xfrm>
            <a:off x="2869203" y="1330890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dirty="0"/>
              <a:t>Validation</a:t>
            </a: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8EB4F4AE-24E8-1A8B-C486-A768D7624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918552C6-5F1A-96A7-4D8B-2FCEF7C258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6DCE820C-A6D4-4525-D7E5-C14C996537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8EE33402-1A72-B543-8FDA-917FFB05E0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B490BFA6-F390-3EB9-8426-E27E204E229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4B25674-49D3-B017-3ABA-BD5F6047E1C0}"/>
              </a:ext>
            </a:extLst>
          </p:cNvPr>
          <p:cNvSpPr txBox="1"/>
          <p:nvPr/>
        </p:nvSpPr>
        <p:spPr>
          <a:xfrm>
            <a:off x="4766492" y="2281651"/>
            <a:ext cx="629194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sz="16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600">
                <a:latin typeface="Times New Roman" panose="02020603050405020304" pitchFamily="18" charset="0"/>
                <a:cs typeface="Times New Roman" panose="02020603050405020304" pitchFamily="18" charset="0"/>
              </a:rPr>
              <a:t>Checked missing values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>
                <a:latin typeface="Times New Roman" panose="02020603050405020304" pitchFamily="18" charset="0"/>
                <a:cs typeface="Times New Roman" panose="02020603050405020304" pitchFamily="18" charset="0"/>
              </a:rPr>
              <a:t>Verified data types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>
                <a:latin typeface="Times New Roman" panose="02020603050405020304" pitchFamily="18" charset="0"/>
                <a:cs typeface="Times New Roman" panose="02020603050405020304" pitchFamily="18" charset="0"/>
              </a:rPr>
              <a:t>Verified duplicate records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>
                <a:latin typeface="Times New Roman" panose="02020603050405020304" pitchFamily="18" charset="0"/>
                <a:cs typeface="Times New Roman" panose="02020603050405020304" pitchFamily="18" charset="0"/>
              </a:rPr>
              <a:t>Confirmed cleaned dataset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349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E6114A-42EC-670D-429D-1ABE57EFF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3" name="Rectangle 262">
            <a:extLst>
              <a:ext uri="{FF2B5EF4-FFF2-40B4-BE49-F238E27FC236}">
                <a16:creationId xmlns:a16="http://schemas.microsoft.com/office/drawing/2014/main" id="{E99BAB3D-50A6-5B0C-93F1-E175B9D72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015310-C4C1-7AFC-0655-A4EC2E14D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98512"/>
            <a:ext cx="8740774" cy="13234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F2ECE-5B5F-D4CF-9DAF-F7955F3BB0D9}"/>
              </a:ext>
            </a:extLst>
          </p:cNvPr>
          <p:cNvSpPr txBox="1"/>
          <p:nvPr/>
        </p:nvSpPr>
        <p:spPr>
          <a:xfrm>
            <a:off x="3451225" y="1844109"/>
            <a:ext cx="8740775" cy="24543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IN" sz="2400" b="1" dirty="0">
              <a:solidFill>
                <a:schemeClr val="tx1">
                  <a:alpha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</a:p>
          <a:p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cleaned the sales dataset.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Corrected missing, invalid, and inconsistent values.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Converted columns to appropriate data types.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Saved the cleaned dataset for further analysis.</a:t>
            </a:r>
          </a:p>
          <a:p>
            <a:pPr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</a:pPr>
            <a:r>
              <a:rPr lang="en-IN" sz="24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400" dirty="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3A2F691D-D59E-151F-D767-C78C800B6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6142518"/>
            <a:ext cx="10455568" cy="715482"/>
            <a:chOff x="0" y="6142518"/>
            <a:chExt cx="10455568" cy="715482"/>
          </a:xfrm>
          <a:effectLst>
            <a:outerShdw blurRad="381000" dist="152400" dir="16200000" algn="ctr" rotWithShape="0">
              <a:srgbClr val="000000">
                <a:alpha val="10000"/>
              </a:srgbClr>
            </a:outerShdw>
          </a:effectLst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F0641596-B268-81A0-2657-91225ABA5D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7789" y="6848400"/>
              <a:ext cx="153399" cy="9600"/>
            </a:xfrm>
            <a:custGeom>
              <a:avLst/>
              <a:gdLst>
                <a:gd name="connsiteX0" fmla="*/ 92746 w 153399"/>
                <a:gd name="connsiteY0" fmla="*/ 43 h 9600"/>
                <a:gd name="connsiteX1" fmla="*/ 144918 w 153399"/>
                <a:gd name="connsiteY1" fmla="*/ 6433 h 9600"/>
                <a:gd name="connsiteX2" fmla="*/ 153399 w 153399"/>
                <a:gd name="connsiteY2" fmla="*/ 9600 h 9600"/>
                <a:gd name="connsiteX3" fmla="*/ 0 w 153399"/>
                <a:gd name="connsiteY3" fmla="*/ 9600 h 9600"/>
                <a:gd name="connsiteX4" fmla="*/ 26678 w 153399"/>
                <a:gd name="connsiteY4" fmla="*/ 6286 h 9600"/>
                <a:gd name="connsiteX5" fmla="*/ 92746 w 153399"/>
                <a:gd name="connsiteY5" fmla="*/ 43 h 9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399" h="9600">
                  <a:moveTo>
                    <a:pt x="92746" y="43"/>
                  </a:moveTo>
                  <a:cubicBezTo>
                    <a:pt x="111004" y="-358"/>
                    <a:pt x="128295" y="2072"/>
                    <a:pt x="144918" y="6433"/>
                  </a:cubicBezTo>
                  <a:lnTo>
                    <a:pt x="153399" y="9600"/>
                  </a:lnTo>
                  <a:lnTo>
                    <a:pt x="0" y="9600"/>
                  </a:lnTo>
                  <a:lnTo>
                    <a:pt x="26678" y="6286"/>
                  </a:lnTo>
                  <a:cubicBezTo>
                    <a:pt x="48667" y="3255"/>
                    <a:pt x="70647" y="552"/>
                    <a:pt x="92746" y="43"/>
                  </a:cubicBezTo>
                  <a:close/>
                </a:path>
              </a:pathLst>
            </a:custGeom>
            <a:blipFill dpi="0" rotWithShape="1">
              <a:blip r:embed="rId2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1C851A6C-5F09-1D48-94CE-72004C14B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 flipH="1">
              <a:off x="0" y="6142518"/>
              <a:ext cx="10455568" cy="715481"/>
              <a:chOff x="0" y="0"/>
              <a:chExt cx="10455568" cy="715481"/>
            </a:xfrm>
          </p:grpSpPr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15D6959A-8FAE-C16F-69E2-EAFB1678D3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2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37C9815C-3615-00C5-D702-106F14713A6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0"/>
                <a:ext cx="10455568" cy="715479"/>
              </a:xfrm>
              <a:custGeom>
                <a:avLst/>
                <a:gdLst>
                  <a:gd name="connsiteX0" fmla="*/ 0 w 10455568"/>
                  <a:gd name="connsiteY0" fmla="*/ 0 h 715479"/>
                  <a:gd name="connsiteX1" fmla="*/ 10455568 w 10455568"/>
                  <a:gd name="connsiteY1" fmla="*/ 0 h 715479"/>
                  <a:gd name="connsiteX2" fmla="*/ 10434629 w 10455568"/>
                  <a:gd name="connsiteY2" fmla="*/ 8947 h 715479"/>
                  <a:gd name="connsiteX3" fmla="*/ 10249341 w 10455568"/>
                  <a:gd name="connsiteY3" fmla="*/ 73146 h 715479"/>
                  <a:gd name="connsiteX4" fmla="*/ 10172148 w 10455568"/>
                  <a:gd name="connsiteY4" fmla="*/ 103170 h 715479"/>
                  <a:gd name="connsiteX5" fmla="*/ 9994576 w 10455568"/>
                  <a:gd name="connsiteY5" fmla="*/ 156647 h 715479"/>
                  <a:gd name="connsiteX6" fmla="*/ 9894474 w 10455568"/>
                  <a:gd name="connsiteY6" fmla="*/ 192604 h 715479"/>
                  <a:gd name="connsiteX7" fmla="*/ 9647603 w 10455568"/>
                  <a:gd name="connsiteY7" fmla="*/ 242354 h 715479"/>
                  <a:gd name="connsiteX8" fmla="*/ 9392533 w 10455568"/>
                  <a:gd name="connsiteY8" fmla="*/ 291498 h 715479"/>
                  <a:gd name="connsiteX9" fmla="*/ 9252019 w 10455568"/>
                  <a:gd name="connsiteY9" fmla="*/ 311564 h 715479"/>
                  <a:gd name="connsiteX10" fmla="*/ 9129899 w 10455568"/>
                  <a:gd name="connsiteY10" fmla="*/ 336497 h 715479"/>
                  <a:gd name="connsiteX11" fmla="*/ 9023312 w 10455568"/>
                  <a:gd name="connsiteY11" fmla="*/ 354253 h 715479"/>
                  <a:gd name="connsiteX12" fmla="*/ 8853949 w 10455568"/>
                  <a:gd name="connsiteY12" fmla="*/ 387064 h 715479"/>
                  <a:gd name="connsiteX13" fmla="*/ 8783278 w 10455568"/>
                  <a:gd name="connsiteY13" fmla="*/ 397418 h 715479"/>
                  <a:gd name="connsiteX14" fmla="*/ 8615640 w 10455568"/>
                  <a:gd name="connsiteY14" fmla="*/ 408552 h 715479"/>
                  <a:gd name="connsiteX15" fmla="*/ 8557154 w 10455568"/>
                  <a:gd name="connsiteY15" fmla="*/ 409627 h 715479"/>
                  <a:gd name="connsiteX16" fmla="*/ 8442474 w 10455568"/>
                  <a:gd name="connsiteY16" fmla="*/ 381318 h 715479"/>
                  <a:gd name="connsiteX17" fmla="*/ 8428959 w 10455568"/>
                  <a:gd name="connsiteY17" fmla="*/ 379618 h 715479"/>
                  <a:gd name="connsiteX18" fmla="*/ 8354329 w 10455568"/>
                  <a:gd name="connsiteY18" fmla="*/ 370428 h 715479"/>
                  <a:gd name="connsiteX19" fmla="*/ 8313705 w 10455568"/>
                  <a:gd name="connsiteY19" fmla="*/ 368535 h 715479"/>
                  <a:gd name="connsiteX20" fmla="*/ 8158571 w 10455568"/>
                  <a:gd name="connsiteY20" fmla="*/ 349396 h 715479"/>
                  <a:gd name="connsiteX21" fmla="*/ 8069467 w 10455568"/>
                  <a:gd name="connsiteY21" fmla="*/ 341485 h 715479"/>
                  <a:gd name="connsiteX22" fmla="*/ 7998265 w 10455568"/>
                  <a:gd name="connsiteY22" fmla="*/ 348379 h 715479"/>
                  <a:gd name="connsiteX23" fmla="*/ 7873167 w 10455568"/>
                  <a:gd name="connsiteY23" fmla="*/ 359529 h 715479"/>
                  <a:gd name="connsiteX24" fmla="*/ 7833600 w 10455568"/>
                  <a:gd name="connsiteY24" fmla="*/ 368926 h 715479"/>
                  <a:gd name="connsiteX25" fmla="*/ 7651338 w 10455568"/>
                  <a:gd name="connsiteY25" fmla="*/ 362121 h 715479"/>
                  <a:gd name="connsiteX26" fmla="*/ 7548003 w 10455568"/>
                  <a:gd name="connsiteY26" fmla="*/ 367710 h 715479"/>
                  <a:gd name="connsiteX27" fmla="*/ 7430093 w 10455568"/>
                  <a:gd name="connsiteY27" fmla="*/ 351855 h 715479"/>
                  <a:gd name="connsiteX28" fmla="*/ 7396245 w 10455568"/>
                  <a:gd name="connsiteY28" fmla="*/ 355328 h 715479"/>
                  <a:gd name="connsiteX29" fmla="*/ 7358394 w 10455568"/>
                  <a:gd name="connsiteY29" fmla="*/ 359950 h 715479"/>
                  <a:gd name="connsiteX30" fmla="*/ 7241933 w 10455568"/>
                  <a:gd name="connsiteY30" fmla="*/ 369637 h 715479"/>
                  <a:gd name="connsiteX31" fmla="*/ 7171767 w 10455568"/>
                  <a:gd name="connsiteY31" fmla="*/ 383160 h 715479"/>
                  <a:gd name="connsiteX32" fmla="*/ 7036569 w 10455568"/>
                  <a:gd name="connsiteY32" fmla="*/ 387132 h 715479"/>
                  <a:gd name="connsiteX33" fmla="*/ 6987200 w 10455568"/>
                  <a:gd name="connsiteY33" fmla="*/ 398073 h 715479"/>
                  <a:gd name="connsiteX34" fmla="*/ 6861115 w 10455568"/>
                  <a:gd name="connsiteY34" fmla="*/ 407542 h 715479"/>
                  <a:gd name="connsiteX35" fmla="*/ 6747718 w 10455568"/>
                  <a:gd name="connsiteY35" fmla="*/ 410900 h 715479"/>
                  <a:gd name="connsiteX36" fmla="*/ 6638839 w 10455568"/>
                  <a:gd name="connsiteY36" fmla="*/ 420654 h 715479"/>
                  <a:gd name="connsiteX37" fmla="*/ 6561486 w 10455568"/>
                  <a:gd name="connsiteY37" fmla="*/ 435540 h 715479"/>
                  <a:gd name="connsiteX38" fmla="*/ 6477200 w 10455568"/>
                  <a:gd name="connsiteY38" fmla="*/ 447113 h 715479"/>
                  <a:gd name="connsiteX39" fmla="*/ 6246111 w 10455568"/>
                  <a:gd name="connsiteY39" fmla="*/ 497537 h 715479"/>
                  <a:gd name="connsiteX40" fmla="*/ 6202328 w 10455568"/>
                  <a:gd name="connsiteY40" fmla="*/ 492074 h 715479"/>
                  <a:gd name="connsiteX41" fmla="*/ 5956458 w 10455568"/>
                  <a:gd name="connsiteY41" fmla="*/ 500965 h 715479"/>
                  <a:gd name="connsiteX42" fmla="*/ 5903139 w 10455568"/>
                  <a:gd name="connsiteY42" fmla="*/ 505186 h 715479"/>
                  <a:gd name="connsiteX43" fmla="*/ 5757547 w 10455568"/>
                  <a:gd name="connsiteY43" fmla="*/ 480730 h 715479"/>
                  <a:gd name="connsiteX44" fmla="*/ 5540270 w 10455568"/>
                  <a:gd name="connsiteY44" fmla="*/ 550023 h 715479"/>
                  <a:gd name="connsiteX45" fmla="*/ 5338128 w 10455568"/>
                  <a:gd name="connsiteY45" fmla="*/ 631974 h 715479"/>
                  <a:gd name="connsiteX46" fmla="*/ 5312622 w 10455568"/>
                  <a:gd name="connsiteY46" fmla="*/ 642454 h 715479"/>
                  <a:gd name="connsiteX47" fmla="*/ 5239393 w 10455568"/>
                  <a:gd name="connsiteY47" fmla="*/ 662307 h 715479"/>
                  <a:gd name="connsiteX48" fmla="*/ 5147821 w 10455568"/>
                  <a:gd name="connsiteY48" fmla="*/ 673791 h 715479"/>
                  <a:gd name="connsiteX49" fmla="*/ 5032111 w 10455568"/>
                  <a:gd name="connsiteY49" fmla="*/ 694497 h 715479"/>
                  <a:gd name="connsiteX50" fmla="*/ 4937648 w 10455568"/>
                  <a:gd name="connsiteY50" fmla="*/ 684913 h 715479"/>
                  <a:gd name="connsiteX51" fmla="*/ 4805529 w 10455568"/>
                  <a:gd name="connsiteY51" fmla="*/ 670032 h 715479"/>
                  <a:gd name="connsiteX52" fmla="*/ 4681029 w 10455568"/>
                  <a:gd name="connsiteY52" fmla="*/ 655792 h 715479"/>
                  <a:gd name="connsiteX53" fmla="*/ 4643990 w 10455568"/>
                  <a:gd name="connsiteY53" fmla="*/ 685120 h 715479"/>
                  <a:gd name="connsiteX54" fmla="*/ 4585542 w 10455568"/>
                  <a:gd name="connsiteY54" fmla="*/ 712411 h 715479"/>
                  <a:gd name="connsiteX55" fmla="*/ 4516947 w 10455568"/>
                  <a:gd name="connsiteY55" fmla="*/ 689117 h 715479"/>
                  <a:gd name="connsiteX56" fmla="*/ 4356995 w 10455568"/>
                  <a:gd name="connsiteY56" fmla="*/ 642048 h 715479"/>
                  <a:gd name="connsiteX57" fmla="*/ 4258219 w 10455568"/>
                  <a:gd name="connsiteY57" fmla="*/ 646156 h 715479"/>
                  <a:gd name="connsiteX58" fmla="*/ 4042233 w 10455568"/>
                  <a:gd name="connsiteY58" fmla="*/ 636117 h 715479"/>
                  <a:gd name="connsiteX59" fmla="*/ 3899777 w 10455568"/>
                  <a:gd name="connsiteY59" fmla="*/ 610576 h 715479"/>
                  <a:gd name="connsiteX60" fmla="*/ 3796441 w 10455568"/>
                  <a:gd name="connsiteY60" fmla="*/ 577707 h 715479"/>
                  <a:gd name="connsiteX61" fmla="*/ 3648774 w 10455568"/>
                  <a:gd name="connsiteY61" fmla="*/ 535623 h 715479"/>
                  <a:gd name="connsiteX62" fmla="*/ 3502227 w 10455568"/>
                  <a:gd name="connsiteY62" fmla="*/ 518518 h 715479"/>
                  <a:gd name="connsiteX63" fmla="*/ 3395228 w 10455568"/>
                  <a:gd name="connsiteY63" fmla="*/ 491723 h 715479"/>
                  <a:gd name="connsiteX64" fmla="*/ 3265757 w 10455568"/>
                  <a:gd name="connsiteY64" fmla="*/ 477242 h 715479"/>
                  <a:gd name="connsiteX65" fmla="*/ 3158404 w 10455568"/>
                  <a:gd name="connsiteY65" fmla="*/ 483689 h 715479"/>
                  <a:gd name="connsiteX66" fmla="*/ 2990483 w 10455568"/>
                  <a:gd name="connsiteY66" fmla="*/ 499212 h 715479"/>
                  <a:gd name="connsiteX67" fmla="*/ 2779802 w 10455568"/>
                  <a:gd name="connsiteY67" fmla="*/ 443069 h 715479"/>
                  <a:gd name="connsiteX68" fmla="*/ 2695508 w 10455568"/>
                  <a:gd name="connsiteY68" fmla="*/ 433082 h 715479"/>
                  <a:gd name="connsiteX69" fmla="*/ 2616713 w 10455568"/>
                  <a:gd name="connsiteY69" fmla="*/ 431172 h 715479"/>
                  <a:gd name="connsiteX70" fmla="*/ 2447364 w 10455568"/>
                  <a:gd name="connsiteY70" fmla="*/ 395810 h 715479"/>
                  <a:gd name="connsiteX71" fmla="*/ 2378751 w 10455568"/>
                  <a:gd name="connsiteY71" fmla="*/ 385044 h 715479"/>
                  <a:gd name="connsiteX72" fmla="*/ 2284230 w 10455568"/>
                  <a:gd name="connsiteY72" fmla="*/ 391782 h 715479"/>
                  <a:gd name="connsiteX73" fmla="*/ 2110801 w 10455568"/>
                  <a:gd name="connsiteY73" fmla="*/ 382042 h 715479"/>
                  <a:gd name="connsiteX74" fmla="*/ 1934854 w 10455568"/>
                  <a:gd name="connsiteY74" fmla="*/ 331108 h 715479"/>
                  <a:gd name="connsiteX75" fmla="*/ 1862479 w 10455568"/>
                  <a:gd name="connsiteY75" fmla="*/ 342158 h 715479"/>
                  <a:gd name="connsiteX76" fmla="*/ 1836283 w 10455568"/>
                  <a:gd name="connsiteY76" fmla="*/ 342488 h 715479"/>
                  <a:gd name="connsiteX77" fmla="*/ 1599327 w 10455568"/>
                  <a:gd name="connsiteY77" fmla="*/ 323970 h 715479"/>
                  <a:gd name="connsiteX78" fmla="*/ 1575578 w 10455568"/>
                  <a:gd name="connsiteY78" fmla="*/ 321802 h 715479"/>
                  <a:gd name="connsiteX79" fmla="*/ 1463288 w 10455568"/>
                  <a:gd name="connsiteY79" fmla="*/ 298576 h 715479"/>
                  <a:gd name="connsiteX80" fmla="*/ 1184165 w 10455568"/>
                  <a:gd name="connsiteY80" fmla="*/ 298373 h 715479"/>
                  <a:gd name="connsiteX81" fmla="*/ 1166899 w 10455568"/>
                  <a:gd name="connsiteY81" fmla="*/ 297220 h 715479"/>
                  <a:gd name="connsiteX82" fmla="*/ 1074855 w 10455568"/>
                  <a:gd name="connsiteY82" fmla="*/ 318934 h 715479"/>
                  <a:gd name="connsiteX83" fmla="*/ 1030232 w 10455568"/>
                  <a:gd name="connsiteY83" fmla="*/ 343829 h 715479"/>
                  <a:gd name="connsiteX84" fmla="*/ 959854 w 10455568"/>
                  <a:gd name="connsiteY84" fmla="*/ 371351 h 715479"/>
                  <a:gd name="connsiteX85" fmla="*/ 887350 w 10455568"/>
                  <a:gd name="connsiteY85" fmla="*/ 384742 h 715479"/>
                  <a:gd name="connsiteX86" fmla="*/ 762349 w 10455568"/>
                  <a:gd name="connsiteY86" fmla="*/ 358882 h 715479"/>
                  <a:gd name="connsiteX87" fmla="*/ 717454 w 10455568"/>
                  <a:gd name="connsiteY87" fmla="*/ 358448 h 715479"/>
                  <a:gd name="connsiteX88" fmla="*/ 616859 w 10455568"/>
                  <a:gd name="connsiteY88" fmla="*/ 348700 h 715479"/>
                  <a:gd name="connsiteX89" fmla="*/ 529939 w 10455568"/>
                  <a:gd name="connsiteY89" fmla="*/ 355789 h 715479"/>
                  <a:gd name="connsiteX90" fmla="*/ 461851 w 10455568"/>
                  <a:gd name="connsiteY90" fmla="*/ 386945 h 715479"/>
                  <a:gd name="connsiteX91" fmla="*/ 360707 w 10455568"/>
                  <a:gd name="connsiteY91" fmla="*/ 399082 h 715479"/>
                  <a:gd name="connsiteX92" fmla="*/ 293863 w 10455568"/>
                  <a:gd name="connsiteY92" fmla="*/ 384410 h 715479"/>
                  <a:gd name="connsiteX93" fmla="*/ 280347 w 10455568"/>
                  <a:gd name="connsiteY93" fmla="*/ 382711 h 715479"/>
                  <a:gd name="connsiteX94" fmla="*/ 108881 w 10455568"/>
                  <a:gd name="connsiteY94" fmla="*/ 393231 h 715479"/>
                  <a:gd name="connsiteX95" fmla="*/ 53435 w 10455568"/>
                  <a:gd name="connsiteY95" fmla="*/ 397222 h 715479"/>
                  <a:gd name="connsiteX96" fmla="*/ 0 w 10455568"/>
                  <a:gd name="connsiteY96" fmla="*/ 409348 h 715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</a:cxnLst>
                <a:rect l="l" t="t" r="r" b="b"/>
                <a:pathLst>
                  <a:path w="10455568" h="715479">
                    <a:moveTo>
                      <a:pt x="0" y="0"/>
                    </a:moveTo>
                    <a:lnTo>
                      <a:pt x="10455568" y="0"/>
                    </a:lnTo>
                    <a:lnTo>
                      <a:pt x="10434629" y="8947"/>
                    </a:lnTo>
                    <a:cubicBezTo>
                      <a:pt x="10373917" y="32898"/>
                      <a:pt x="10311087" y="51455"/>
                      <a:pt x="10249341" y="73146"/>
                    </a:cubicBezTo>
                    <a:cubicBezTo>
                      <a:pt x="10223176" y="82504"/>
                      <a:pt x="10198388" y="94974"/>
                      <a:pt x="10172148" y="103170"/>
                    </a:cubicBezTo>
                    <a:cubicBezTo>
                      <a:pt x="10113395" y="121743"/>
                      <a:pt x="10053617" y="138053"/>
                      <a:pt x="9994576" y="156647"/>
                    </a:cubicBezTo>
                    <a:cubicBezTo>
                      <a:pt x="9960929" y="167389"/>
                      <a:pt x="9928899" y="184724"/>
                      <a:pt x="9894474" y="192604"/>
                    </a:cubicBezTo>
                    <a:cubicBezTo>
                      <a:pt x="9812718" y="211289"/>
                      <a:pt x="9730121" y="226242"/>
                      <a:pt x="9647603" y="242354"/>
                    </a:cubicBezTo>
                    <a:cubicBezTo>
                      <a:pt x="9562500" y="258935"/>
                      <a:pt x="9477721" y="276078"/>
                      <a:pt x="9392533" y="291498"/>
                    </a:cubicBezTo>
                    <a:cubicBezTo>
                      <a:pt x="9345891" y="299632"/>
                      <a:pt x="9298681" y="303723"/>
                      <a:pt x="9252019" y="311564"/>
                    </a:cubicBezTo>
                    <a:cubicBezTo>
                      <a:pt x="9211115" y="318433"/>
                      <a:pt x="9170740" y="328758"/>
                      <a:pt x="9129899" y="336497"/>
                    </a:cubicBezTo>
                    <a:cubicBezTo>
                      <a:pt x="9094507" y="342987"/>
                      <a:pt x="9058706" y="347759"/>
                      <a:pt x="9023312" y="354253"/>
                    </a:cubicBezTo>
                    <a:cubicBezTo>
                      <a:pt x="8966639" y="364814"/>
                      <a:pt x="8910315" y="376230"/>
                      <a:pt x="8853949" y="387064"/>
                    </a:cubicBezTo>
                    <a:cubicBezTo>
                      <a:pt x="8830350" y="391295"/>
                      <a:pt x="8805902" y="400245"/>
                      <a:pt x="8783278" y="397418"/>
                    </a:cubicBezTo>
                    <a:cubicBezTo>
                      <a:pt x="8726267" y="390232"/>
                      <a:pt x="8671093" y="397198"/>
                      <a:pt x="8615640" y="408552"/>
                    </a:cubicBezTo>
                    <a:cubicBezTo>
                      <a:pt x="8596680" y="412471"/>
                      <a:pt x="8576049" y="413291"/>
                      <a:pt x="8557154" y="409627"/>
                    </a:cubicBezTo>
                    <a:cubicBezTo>
                      <a:pt x="8518491" y="402356"/>
                      <a:pt x="8480716" y="390947"/>
                      <a:pt x="8442474" y="381318"/>
                    </a:cubicBezTo>
                    <a:cubicBezTo>
                      <a:pt x="8438313" y="380145"/>
                      <a:pt x="8433365" y="380189"/>
                      <a:pt x="8428959" y="379618"/>
                    </a:cubicBezTo>
                    <a:cubicBezTo>
                      <a:pt x="8403970" y="376366"/>
                      <a:pt x="8379279" y="373098"/>
                      <a:pt x="8354329" y="370428"/>
                    </a:cubicBezTo>
                    <a:cubicBezTo>
                      <a:pt x="8340833" y="369017"/>
                      <a:pt x="8327184" y="369657"/>
                      <a:pt x="8313705" y="368535"/>
                    </a:cubicBezTo>
                    <a:cubicBezTo>
                      <a:pt x="8261532" y="363935"/>
                      <a:pt x="8205623" y="381441"/>
                      <a:pt x="8158571" y="349396"/>
                    </a:cubicBezTo>
                    <a:cubicBezTo>
                      <a:pt x="8128030" y="328752"/>
                      <a:pt x="8100257" y="335890"/>
                      <a:pt x="8069467" y="341485"/>
                    </a:cubicBezTo>
                    <a:cubicBezTo>
                      <a:pt x="8046153" y="345696"/>
                      <a:pt x="8022024" y="346466"/>
                      <a:pt x="7998265" y="348379"/>
                    </a:cubicBezTo>
                    <a:cubicBezTo>
                      <a:pt x="7956565" y="352093"/>
                      <a:pt x="7914826" y="355232"/>
                      <a:pt x="7873167" y="359529"/>
                    </a:cubicBezTo>
                    <a:cubicBezTo>
                      <a:pt x="7859864" y="361016"/>
                      <a:pt x="7846730" y="369197"/>
                      <a:pt x="7833600" y="368926"/>
                    </a:cubicBezTo>
                    <a:cubicBezTo>
                      <a:pt x="7772906" y="367528"/>
                      <a:pt x="7711993" y="362939"/>
                      <a:pt x="7651338" y="362121"/>
                    </a:cubicBezTo>
                    <a:cubicBezTo>
                      <a:pt x="7616924" y="361556"/>
                      <a:pt x="7582209" y="369456"/>
                      <a:pt x="7548003" y="367710"/>
                    </a:cubicBezTo>
                    <a:cubicBezTo>
                      <a:pt x="7508539" y="365739"/>
                      <a:pt x="7469448" y="356458"/>
                      <a:pt x="7430093" y="351855"/>
                    </a:cubicBezTo>
                    <a:cubicBezTo>
                      <a:pt x="7419227" y="350559"/>
                      <a:pt x="7407516" y="353979"/>
                      <a:pt x="7396245" y="355328"/>
                    </a:cubicBezTo>
                    <a:cubicBezTo>
                      <a:pt x="7383524" y="356781"/>
                      <a:pt x="7371134" y="358791"/>
                      <a:pt x="7358394" y="359950"/>
                    </a:cubicBezTo>
                    <a:cubicBezTo>
                      <a:pt x="7319573" y="363179"/>
                      <a:pt x="7280655" y="364958"/>
                      <a:pt x="7241933" y="369637"/>
                    </a:cubicBezTo>
                    <a:cubicBezTo>
                      <a:pt x="7218235" y="372418"/>
                      <a:pt x="7194108" y="386008"/>
                      <a:pt x="7171767" y="383160"/>
                    </a:cubicBezTo>
                    <a:cubicBezTo>
                      <a:pt x="7126248" y="377813"/>
                      <a:pt x="7082583" y="399728"/>
                      <a:pt x="7036569" y="387132"/>
                    </a:cubicBezTo>
                    <a:cubicBezTo>
                      <a:pt x="7022328" y="383442"/>
                      <a:pt x="7003983" y="396347"/>
                      <a:pt x="6987200" y="398073"/>
                    </a:cubicBezTo>
                    <a:cubicBezTo>
                      <a:pt x="6945251" y="402388"/>
                      <a:pt x="6903183" y="404965"/>
                      <a:pt x="6861115" y="407542"/>
                    </a:cubicBezTo>
                    <a:cubicBezTo>
                      <a:pt x="6823394" y="409822"/>
                      <a:pt x="6784520" y="416550"/>
                      <a:pt x="6747718" y="410900"/>
                    </a:cubicBezTo>
                    <a:cubicBezTo>
                      <a:pt x="6709137" y="404791"/>
                      <a:pt x="6674999" y="408284"/>
                      <a:pt x="6638839" y="420654"/>
                    </a:cubicBezTo>
                    <a:cubicBezTo>
                      <a:pt x="6614066" y="429044"/>
                      <a:pt x="6587444" y="431733"/>
                      <a:pt x="6561486" y="435540"/>
                    </a:cubicBezTo>
                    <a:cubicBezTo>
                      <a:pt x="6533513" y="439778"/>
                      <a:pt x="6502069" y="435804"/>
                      <a:pt x="6477200" y="447113"/>
                    </a:cubicBezTo>
                    <a:cubicBezTo>
                      <a:pt x="6403159" y="480713"/>
                      <a:pt x="6325566" y="492119"/>
                      <a:pt x="6246111" y="497537"/>
                    </a:cubicBezTo>
                    <a:cubicBezTo>
                      <a:pt x="6231608" y="498524"/>
                      <a:pt x="6216540" y="495475"/>
                      <a:pt x="6202328" y="492074"/>
                    </a:cubicBezTo>
                    <a:cubicBezTo>
                      <a:pt x="6119346" y="471508"/>
                      <a:pt x="6038018" y="479381"/>
                      <a:pt x="5956458" y="500965"/>
                    </a:cubicBezTo>
                    <a:cubicBezTo>
                      <a:pt x="5939584" y="505613"/>
                      <a:pt x="5920486" y="507499"/>
                      <a:pt x="5903139" y="505186"/>
                    </a:cubicBezTo>
                    <a:cubicBezTo>
                      <a:pt x="5854306" y="498315"/>
                      <a:pt x="5806470" y="484677"/>
                      <a:pt x="5757547" y="480730"/>
                    </a:cubicBezTo>
                    <a:cubicBezTo>
                      <a:pt x="5676701" y="474297"/>
                      <a:pt x="5610121" y="519038"/>
                      <a:pt x="5540270" y="550023"/>
                    </a:cubicBezTo>
                    <a:cubicBezTo>
                      <a:pt x="5473801" y="579316"/>
                      <a:pt x="5419599" y="638949"/>
                      <a:pt x="5338128" y="631974"/>
                    </a:cubicBezTo>
                    <a:cubicBezTo>
                      <a:pt x="5329931" y="631367"/>
                      <a:pt x="5321476" y="639812"/>
                      <a:pt x="5312622" y="642454"/>
                    </a:cubicBezTo>
                    <a:cubicBezTo>
                      <a:pt x="5288350" y="649647"/>
                      <a:pt x="5264155" y="657994"/>
                      <a:pt x="5239393" y="662307"/>
                    </a:cubicBezTo>
                    <a:cubicBezTo>
                      <a:pt x="5209181" y="667862"/>
                      <a:pt x="5178072" y="668817"/>
                      <a:pt x="5147821" y="673791"/>
                    </a:cubicBezTo>
                    <a:cubicBezTo>
                      <a:pt x="5108908" y="679940"/>
                      <a:pt x="5070972" y="691848"/>
                      <a:pt x="5032111" y="694497"/>
                    </a:cubicBezTo>
                    <a:cubicBezTo>
                      <a:pt x="5000793" y="696632"/>
                      <a:pt x="4969032" y="688019"/>
                      <a:pt x="4937648" y="684913"/>
                    </a:cubicBezTo>
                    <a:cubicBezTo>
                      <a:pt x="4893363" y="680649"/>
                      <a:pt x="4845361" y="685962"/>
                      <a:pt x="4805529" y="670032"/>
                    </a:cubicBezTo>
                    <a:cubicBezTo>
                      <a:pt x="4763006" y="653119"/>
                      <a:pt x="4723244" y="646796"/>
                      <a:pt x="4681029" y="655792"/>
                    </a:cubicBezTo>
                    <a:cubicBezTo>
                      <a:pt x="4666957" y="658791"/>
                      <a:pt x="4649519" y="672217"/>
                      <a:pt x="4643990" y="685120"/>
                    </a:cubicBezTo>
                    <a:cubicBezTo>
                      <a:pt x="4631676" y="713928"/>
                      <a:pt x="4612585" y="720184"/>
                      <a:pt x="4585542" y="712411"/>
                    </a:cubicBezTo>
                    <a:cubicBezTo>
                      <a:pt x="4562077" y="705853"/>
                      <a:pt x="4533672" y="703713"/>
                      <a:pt x="4516947" y="689117"/>
                    </a:cubicBezTo>
                    <a:cubicBezTo>
                      <a:pt x="4469552" y="647774"/>
                      <a:pt x="4412904" y="650180"/>
                      <a:pt x="4356995" y="642048"/>
                    </a:cubicBezTo>
                    <a:cubicBezTo>
                      <a:pt x="4322867" y="637088"/>
                      <a:pt x="4291523" y="638934"/>
                      <a:pt x="4258219" y="646156"/>
                    </a:cubicBezTo>
                    <a:cubicBezTo>
                      <a:pt x="4185895" y="662159"/>
                      <a:pt x="4113776" y="651342"/>
                      <a:pt x="4042233" y="636117"/>
                    </a:cubicBezTo>
                    <a:cubicBezTo>
                      <a:pt x="3994923" y="625941"/>
                      <a:pt x="3946812" y="621063"/>
                      <a:pt x="3899777" y="610576"/>
                    </a:cubicBezTo>
                    <a:cubicBezTo>
                      <a:pt x="3864554" y="602488"/>
                      <a:pt x="3829196" y="592371"/>
                      <a:pt x="3796441" y="577707"/>
                    </a:cubicBezTo>
                    <a:cubicBezTo>
                      <a:pt x="3748937" y="556178"/>
                      <a:pt x="3706395" y="521788"/>
                      <a:pt x="3648774" y="535623"/>
                    </a:cubicBezTo>
                    <a:cubicBezTo>
                      <a:pt x="3598036" y="547820"/>
                      <a:pt x="3550396" y="532716"/>
                      <a:pt x="3502227" y="518518"/>
                    </a:cubicBezTo>
                    <a:cubicBezTo>
                      <a:pt x="3466848" y="508111"/>
                      <a:pt x="3431455" y="497410"/>
                      <a:pt x="3395228" y="491723"/>
                    </a:cubicBezTo>
                    <a:cubicBezTo>
                      <a:pt x="3352235" y="485040"/>
                      <a:pt x="3304663" y="492363"/>
                      <a:pt x="3265757" y="477242"/>
                    </a:cubicBezTo>
                    <a:cubicBezTo>
                      <a:pt x="3225052" y="461369"/>
                      <a:pt x="3193136" y="476075"/>
                      <a:pt x="3158404" y="483689"/>
                    </a:cubicBezTo>
                    <a:cubicBezTo>
                      <a:pt x="3102986" y="495623"/>
                      <a:pt x="3048333" y="514498"/>
                      <a:pt x="2990483" y="499212"/>
                    </a:cubicBezTo>
                    <a:cubicBezTo>
                      <a:pt x="2920173" y="480697"/>
                      <a:pt x="2850324" y="460405"/>
                      <a:pt x="2779802" y="443069"/>
                    </a:cubicBezTo>
                    <a:cubicBezTo>
                      <a:pt x="2752548" y="436477"/>
                      <a:pt x="2723606" y="434954"/>
                      <a:pt x="2695508" y="433082"/>
                    </a:cubicBezTo>
                    <a:cubicBezTo>
                      <a:pt x="2668903" y="431690"/>
                      <a:pt x="2637847" y="441965"/>
                      <a:pt x="2616713" y="431172"/>
                    </a:cubicBezTo>
                    <a:cubicBezTo>
                      <a:pt x="2562378" y="403411"/>
                      <a:pt x="2507687" y="391698"/>
                      <a:pt x="2447364" y="395810"/>
                    </a:cubicBezTo>
                    <a:cubicBezTo>
                      <a:pt x="2424744" y="397352"/>
                      <a:pt x="2401814" y="385802"/>
                      <a:pt x="2378751" y="385044"/>
                    </a:cubicBezTo>
                    <a:cubicBezTo>
                      <a:pt x="2347229" y="384281"/>
                      <a:pt x="2310735" y="378901"/>
                      <a:pt x="2284230" y="391782"/>
                    </a:cubicBezTo>
                    <a:cubicBezTo>
                      <a:pt x="2221919" y="422248"/>
                      <a:pt x="2168532" y="404037"/>
                      <a:pt x="2110801" y="382042"/>
                    </a:cubicBezTo>
                    <a:cubicBezTo>
                      <a:pt x="2053961" y="360279"/>
                      <a:pt x="1994577" y="343935"/>
                      <a:pt x="1934854" y="331108"/>
                    </a:cubicBezTo>
                    <a:cubicBezTo>
                      <a:pt x="1912400" y="326519"/>
                      <a:pt x="1886705" y="338470"/>
                      <a:pt x="1862479" y="342158"/>
                    </a:cubicBezTo>
                    <a:cubicBezTo>
                      <a:pt x="1853818" y="343333"/>
                      <a:pt x="1844309" y="344855"/>
                      <a:pt x="1836283" y="342488"/>
                    </a:cubicBezTo>
                    <a:cubicBezTo>
                      <a:pt x="1758698" y="319808"/>
                      <a:pt x="1680403" y="303878"/>
                      <a:pt x="1599327" y="323970"/>
                    </a:cubicBezTo>
                    <a:cubicBezTo>
                      <a:pt x="1591888" y="325937"/>
                      <a:pt x="1583257" y="323319"/>
                      <a:pt x="1575578" y="321802"/>
                    </a:cubicBezTo>
                    <a:cubicBezTo>
                      <a:pt x="1538035" y="313873"/>
                      <a:pt x="1500950" y="299795"/>
                      <a:pt x="1463288" y="298576"/>
                    </a:cubicBezTo>
                    <a:cubicBezTo>
                      <a:pt x="1370438" y="295582"/>
                      <a:pt x="1277384" y="298137"/>
                      <a:pt x="1184165" y="298373"/>
                    </a:cubicBezTo>
                    <a:cubicBezTo>
                      <a:pt x="1178344" y="298480"/>
                      <a:pt x="1172255" y="298896"/>
                      <a:pt x="1166899" y="297220"/>
                    </a:cubicBezTo>
                    <a:cubicBezTo>
                      <a:pt x="1131827" y="287082"/>
                      <a:pt x="1102238" y="293180"/>
                      <a:pt x="1074855" y="318934"/>
                    </a:cubicBezTo>
                    <a:cubicBezTo>
                      <a:pt x="1062808" y="330244"/>
                      <a:pt x="1045783" y="336940"/>
                      <a:pt x="1030232" y="343829"/>
                    </a:cubicBezTo>
                    <a:cubicBezTo>
                      <a:pt x="1007334" y="354132"/>
                      <a:pt x="983839" y="364180"/>
                      <a:pt x="959854" y="371351"/>
                    </a:cubicBezTo>
                    <a:cubicBezTo>
                      <a:pt x="936141" y="378210"/>
                      <a:pt x="910825" y="387219"/>
                      <a:pt x="887350" y="384742"/>
                    </a:cubicBezTo>
                    <a:cubicBezTo>
                      <a:pt x="845096" y="380339"/>
                      <a:pt x="804258" y="366810"/>
                      <a:pt x="762349" y="358882"/>
                    </a:cubicBezTo>
                    <a:cubicBezTo>
                      <a:pt x="747884" y="356082"/>
                      <a:pt x="732263" y="357732"/>
                      <a:pt x="717454" y="358448"/>
                    </a:cubicBezTo>
                    <a:cubicBezTo>
                      <a:pt x="683463" y="359893"/>
                      <a:pt x="649238" y="370675"/>
                      <a:pt x="616859" y="348700"/>
                    </a:cubicBezTo>
                    <a:cubicBezTo>
                      <a:pt x="586900" y="328019"/>
                      <a:pt x="558641" y="336644"/>
                      <a:pt x="529939" y="355789"/>
                    </a:cubicBezTo>
                    <a:cubicBezTo>
                      <a:pt x="509309" y="369433"/>
                      <a:pt x="485605" y="380664"/>
                      <a:pt x="461851" y="386945"/>
                    </a:cubicBezTo>
                    <a:cubicBezTo>
                      <a:pt x="429225" y="395576"/>
                      <a:pt x="396634" y="400422"/>
                      <a:pt x="360707" y="399082"/>
                    </a:cubicBezTo>
                    <a:cubicBezTo>
                      <a:pt x="335299" y="398193"/>
                      <a:pt x="314629" y="398437"/>
                      <a:pt x="293863" y="384410"/>
                    </a:cubicBezTo>
                    <a:cubicBezTo>
                      <a:pt x="290517" y="382308"/>
                      <a:pt x="284678" y="382122"/>
                      <a:pt x="280347" y="382711"/>
                    </a:cubicBezTo>
                    <a:cubicBezTo>
                      <a:pt x="223554" y="391535"/>
                      <a:pt x="166827" y="392780"/>
                      <a:pt x="108881" y="393231"/>
                    </a:cubicBezTo>
                    <a:cubicBezTo>
                      <a:pt x="90460" y="393322"/>
                      <a:pt x="71882" y="394571"/>
                      <a:pt x="53435" y="397222"/>
                    </a:cubicBezTo>
                    <a:lnTo>
                      <a:pt x="0" y="409348"/>
                    </a:ln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12309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flec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449</TotalTime>
  <Words>584</Words>
  <Application>Microsoft Office PowerPoint</Application>
  <PresentationFormat>Widescreen</PresentationFormat>
  <Paragraphs>129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Times New Roman</vt:lpstr>
      <vt:lpstr>Office Theme</vt:lpstr>
      <vt:lpstr>PYTHON MINI PROJECT </vt:lpstr>
      <vt:lpstr>Project Introduction</vt:lpstr>
      <vt:lpstr>Dataset Details</vt:lpstr>
      <vt:lpstr>Tools &amp; Libraries  Used</vt:lpstr>
      <vt:lpstr>Data Cleaning Workflow    </vt:lpstr>
      <vt:lpstr> Import Pandas</vt:lpstr>
      <vt:lpstr> </vt:lpstr>
      <vt:lpstr> Dataset  Info 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 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S0286455</dc:creator>
  <cp:lastModifiedBy>S0286455</cp:lastModifiedBy>
  <cp:revision>3</cp:revision>
  <dcterms:created xsi:type="dcterms:W3CDTF">2026-07-22T10:11:07Z</dcterms:created>
  <dcterms:modified xsi:type="dcterms:W3CDTF">2026-07-23T20:59:33Z</dcterms:modified>
</cp:coreProperties>
</file>